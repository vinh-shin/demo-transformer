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73d11e1a924167" /><Relationship Type="http://schemas.openxmlformats.org/officeDocument/2006/relationships/extended-properties" Target="/docProps/app.xml" Id="R0461784961804962" /><Relationship Type="http://schemas.openxmlformats.org/officeDocument/2006/relationships/officeDocument" Target="/ppt/presentation.xml" Id="R8ed15738e1684370" /></Relationships>
</file>

<file path=ppt/presentation.xml><?xml version="1.0" encoding="utf-8"?>
<p:presentation xmlns:p="http://schemas.openxmlformats.org/presentationml/2006/main">
  <p:sldMasterIdLst>
    <p:sldMasterId xmlns:r="http://schemas.openxmlformats.org/officeDocument/2006/relationships" id="2147483648" r:id="Re8f14ca1191646ee"/>
  </p:sldMasterIdLst>
  <p:notesMasterIdLst>
    <p:notesMasterId xmlns:r="http://schemas.openxmlformats.org/officeDocument/2006/relationships" r:id="R4782e0b6f8f44d6a"/>
  </p:notesMasterIdLst>
  <p:sldIdLst>
    <p:sldId xmlns:r="http://schemas.openxmlformats.org/officeDocument/2006/relationships" id="256" r:id="Rffbdc9c368d74103"/>
    <p:sldId xmlns:r="http://schemas.openxmlformats.org/officeDocument/2006/relationships" id="257" r:id="R75c9bbd06bef4e53"/>
    <p:sldId xmlns:r="http://schemas.openxmlformats.org/officeDocument/2006/relationships" id="258" r:id="R8e278ff1ed2948b3"/>
    <p:sldId xmlns:r="http://schemas.openxmlformats.org/officeDocument/2006/relationships" id="259" r:id="R1f71fe1f11c84868"/>
    <p:sldId xmlns:r="http://schemas.openxmlformats.org/officeDocument/2006/relationships" id="260" r:id="R07bf44a2fa1e4c44"/>
    <p:sldId xmlns:r="http://schemas.openxmlformats.org/officeDocument/2006/relationships" id="261" r:id="Ra9613d7b96a943c0"/>
    <p:sldId xmlns:r="http://schemas.openxmlformats.org/officeDocument/2006/relationships" id="262" r:id="R31dabd3b35a8414c"/>
    <p:sldId xmlns:r="http://schemas.openxmlformats.org/officeDocument/2006/relationships" id="263" r:id="R98ec5c4d8b9940c0"/>
    <p:sldId xmlns:r="http://schemas.openxmlformats.org/officeDocument/2006/relationships" id="264" r:id="Re8730803054342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ce2d64074a4052" /><Relationship Type="http://schemas.openxmlformats.org/officeDocument/2006/relationships/slideMaster" Target="/ppt/slideMasters/slideMaster1.xml" Id="Re8f14ca1191646ee" /><Relationship Type="http://schemas.openxmlformats.org/officeDocument/2006/relationships/notesMaster" Target="/ppt/notesMasters/notesMaster1.xml" Id="R4782e0b6f8f44d6a" /><Relationship Type="http://schemas.openxmlformats.org/officeDocument/2006/relationships/presProps" Target="/ppt/presProps.xml" Id="R848c537062d44d81" /><Relationship Type="http://schemas.openxmlformats.org/officeDocument/2006/relationships/tableStyles" Target="/ppt/tableStyles.xml" Id="Rc70026c3ee5d4798" /><Relationship Type="http://schemas.openxmlformats.org/officeDocument/2006/relationships/slide" Target="/ppt/slides/slide1.xml" Id="Rffbdc9c368d74103" /><Relationship Type="http://schemas.openxmlformats.org/officeDocument/2006/relationships/slide" Target="/ppt/slides/slide2.xml" Id="R75c9bbd06bef4e53" /><Relationship Type="http://schemas.openxmlformats.org/officeDocument/2006/relationships/slide" Target="/ppt/slides/slide3.xml" Id="R8e278ff1ed2948b3" /><Relationship Type="http://schemas.openxmlformats.org/officeDocument/2006/relationships/slide" Target="/ppt/slides/slide4.xml" Id="R1f71fe1f11c84868" /><Relationship Type="http://schemas.openxmlformats.org/officeDocument/2006/relationships/slide" Target="/ppt/slides/slide5.xml" Id="R07bf44a2fa1e4c44" /><Relationship Type="http://schemas.openxmlformats.org/officeDocument/2006/relationships/slide" Target="/ppt/slides/slide6.xml" Id="Ra9613d7b96a943c0" /><Relationship Type="http://schemas.openxmlformats.org/officeDocument/2006/relationships/slide" Target="/ppt/slides/slide7.xml" Id="R31dabd3b35a8414c" /><Relationship Type="http://schemas.openxmlformats.org/officeDocument/2006/relationships/slide" Target="/ppt/slides/slide8.xml" Id="R98ec5c4d8b9940c0" /><Relationship Type="http://schemas.openxmlformats.org/officeDocument/2006/relationships/slide" Target="/ppt/slides/slide9.xml" Id="Re8730803054342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75309aa08649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2a5100972640e6" /><Relationship Type="http://schemas.openxmlformats.org/officeDocument/2006/relationships/notesMaster" Target="/ppt/notesMasters/notesMaster1.xml" Id="Red4b29591abe40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75bced432c4b66" /><Relationship Type="http://schemas.openxmlformats.org/officeDocument/2006/relationships/notesMaster" Target="/ppt/notesMasters/notesMaster1.xml" Id="R326e2546bd874c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cc48e9cece42d9" /><Relationship Type="http://schemas.openxmlformats.org/officeDocument/2006/relationships/notesMaster" Target="/ppt/notesMasters/notesMaster1.xml" Id="R91d42d7e6bd549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fa42ab5ada4dff" /><Relationship Type="http://schemas.openxmlformats.org/officeDocument/2006/relationships/notesMaster" Target="/ppt/notesMasters/notesMaster1.xml" Id="Rd8bcc834ed074b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3c0d175cf140dc" /><Relationship Type="http://schemas.openxmlformats.org/officeDocument/2006/relationships/notesMaster" Target="/ppt/notesMasters/notesMaster1.xml" Id="R4532fa947f164a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9e13a78e074d54" /><Relationship Type="http://schemas.openxmlformats.org/officeDocument/2006/relationships/notesMaster" Target="/ppt/notesMasters/notesMaster1.xml" Id="R535cbf09878d4e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b44ef896774561" /><Relationship Type="http://schemas.openxmlformats.org/officeDocument/2006/relationships/notesMaster" Target="/ppt/notesMasters/notesMaster1.xml" Id="R5e33c951f27c4a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33682cdda64bcd" /><Relationship Type="http://schemas.openxmlformats.org/officeDocument/2006/relationships/notesMaster" Target="/ppt/notesMasters/notesMaster1.xml" Id="R7ea2b504c7b04e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3da473dfad4833" /><Relationship Type="http://schemas.openxmlformats.org/officeDocument/2006/relationships/notesMaster" Target="/ppt/notesMasters/notesMaster1.xml" Id="Rcedee2dd40a949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câu hỏi: với tài liệu 10.000 token, ma trận Attention có 100 triệu điểm cho mỗi head. Longformer và FlashAttention đều giúp xử lý ngữ cảnh dài, nhưng Longformer thay đổi các kết nối được tính, còn FlashAttention thay đổi cách GPU thực thi phép tính. Thời lượng khoảng 1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Nhắc lại Q và K có n hàng, nên QKᵀ tạo ma trận n nhân n cho từng head. Ví dụ 1.000 token tạo 1 triệu điểm, còn 10.000 token tạo 100 triệu điểm. Khi độ dài tăng 10 lần, số cặp tăng 100 lần. Phép nhân với V cũng có chi phí bậc hai. Khoảng 2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biệt FLOPs và memory traffic. Longformer giảm số phần tử Attention thực sự cần tính. FlashAttention giữ phép toán dense nhưng tổ chức theo tile để hạn chế ghi và đọc ma trận trung gian trên HBM. Một implementation tối ưu không nhất thiết lưu nguyên ma trận n nhân n. Khoảng 2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 trận minh họa 12 token. Dải xanh là local attention, hàng và cột màu cam là một token global. Với hỏi đáp trên tài liệu dài, token câu hỏi hoặc token phân loại có thể dùng global attention để kết nối trực tiếp với toàn tài liệu. Việc chọn token global phụ thuộc tác vụ. Khoảng 2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phép tính minh họa số kết nối, không phải benchmark tốc độ. Full Attention có khoảng 100 triệu cặp. Longformer có n nhân w cộng n nhân g, xấp xỉ 5,2 triệu kết nối khi w bằng 512 và g bằng 8. Tỷ lệ khoảng 19 lần. Nếu w và g được giữ cố định khi n tăng, độ phức tạp gần O(n). Khoảng 2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FlashAttention là exact attention về mặt thuật toán, dù số học dấu phẩy động có thể tạo sai khác nhỏ. GPU chia Q, K và V thành các tile vừa SRAM, thực hiện online softmax và cộng dồn output. Vì không materialize toàn bộ S và A trên HBM, lượng I/O và bộ nhớ trung gian giảm mạnh. Khoảng 2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trái là mô hình triển khai dễ hiểu nhưng tốn traffic bộ nhớ: tính S, ghi S, softmax rồi ghi A trước khi nhân V. Bên phải, FlashAttention xử lý từng tile K,V cho một tile Q, theo dõi thống kê softmax và output tích lũy. Độ phức tạp phép tính vẫn O(n²), nhưng bộ nhớ phụ trợ cho ma trận Attention giảm mạnh. Khoảng 2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bảng theo hàng. Longformer thay đổi đồ thị kết nối nên giảm số điểm Attention khi w và g nhỏ. FlashAttention giữ dense exact attention nhưng tối ưu I/O và bộ nhớ trung gian. Một số hệ thống có thể kết hợp sparse attention với kernel tối ưu, nhưng không nên giả định mọi implementation tương thích. Hiệu quả thực tế tùy GPU, batch, độ dài chuỗi và kernel. Khoảng 2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nếu tác vụ chấp nhận cấu trúc local và global, Longformer giúp giảm số kết nối và phù hợp với tài liệu dài. Nếu cần full Attention, FlashAttention giúp GPU thực thi hiệu quả hơn. Hai hướng không thay thế hoàn toàn cho nhau. Nguồn: Beltagy, Peters và Cohan, Longformer, arXiv:2004.05150; Dao và cộng sự, FlashAttention, arXiv:2205.14135; Vaswani và cộng sự, Attention Is All You Need, arXiv:1706.03762. Khoảng 1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c9ca6d42a944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dd0d99d33d45d4" /><Relationship Type="http://schemas.openxmlformats.org/officeDocument/2006/relationships/slideLayout" Target="/ppt/slideLayouts/slideLayout1.xml" Id="R08b23bb1653549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b23bb1653549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391ac1a5f04c10" /><Relationship Type="http://schemas.openxmlformats.org/officeDocument/2006/relationships/notesSlide" Target="/ppt/notesSlides/notesSlide1.xml" Id="R6ce78e99ff8842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ab8d6599950412e" /><Relationship Type="http://schemas.openxmlformats.org/officeDocument/2006/relationships/notesSlide" Target="/ppt/notesSlides/notesSlide2.xml" Id="R65fe985b1fcb42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e86df41da04743" /><Relationship Type="http://schemas.openxmlformats.org/officeDocument/2006/relationships/notesSlide" Target="/ppt/notesSlides/notesSlide3.xml" Id="R5fe47ac370e043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e6b4e2db80474a" /><Relationship Type="http://schemas.openxmlformats.org/officeDocument/2006/relationships/notesSlide" Target="/ppt/notesSlides/notesSlide4.xml" Id="R72bc7a4eed994e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a68acc50524f14" /><Relationship Type="http://schemas.openxmlformats.org/officeDocument/2006/relationships/notesSlide" Target="/ppt/notesSlides/notesSlide5.xml" Id="R61f0a307a49741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44950b36884959" /><Relationship Type="http://schemas.openxmlformats.org/officeDocument/2006/relationships/notesSlide" Target="/ppt/notesSlides/notesSlide6.xml" Id="R38b8bc01d25d42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9f2e52bc814cd7" /><Relationship Type="http://schemas.openxmlformats.org/officeDocument/2006/relationships/notesSlide" Target="/ppt/notesSlides/notesSlide7.xml" Id="R2ca963e8ea2b4e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553116b470c4829" /><Relationship Type="http://schemas.openxmlformats.org/officeDocument/2006/relationships/notesSlide" Target="/ppt/notesSlides/notesSlide8.xml" Id="Rc2f637d8f73c47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9160663d6a49f6" /><Relationship Type="http://schemas.openxmlformats.org/officeDocument/2006/relationships/notesSlide" Target="/ppt/notesSlides/notesSlide9.xml" Id="R3161351c17214b35"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C44CC09-595A-4CD7-A1DF-F85A355E700C}"/>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B9E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DA6D11-DE1D-4FD0-AE9C-A2D62644E908}"/>
              </a:ext>
            </a:extLst>
          </p:cNvPr>
          <p:cNvSpPr>
            <a:spLocks xmlns:a="http://schemas.openxmlformats.org/drawingml/2006/main" noGrp="1"/>
          </p:cNvSpPr>
          <p:nvPr/>
        </p:nvSpPr>
        <p:spPr>
          <a:xfrm xmlns:a="http://schemas.openxmlformats.org/drawingml/2006/main">
            <a:off x="609600" y="43815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72D5CF"/>
                </a:solidFill>
                <a:latin typeface="Arial"/>
                <a:ea typeface="Arial"/>
                <a:cs typeface="Arial"/>
              </a:defRPr>
            </a:pPr>
            <a:r>
              <a:rPr sz="975" b="1">
                <a:solidFill>
                  <a:srgbClr val="72D5CF"/>
                </a:solidFill>
                <a:latin typeface="Arial"/>
                <a:ea typeface="Arial"/>
                <a:cs typeface="Arial"/>
              </a:rPr>
              <a:t>SEMINAR · 15–20 PHÚT</a:t>
            </a:r>
          </a:p>
        </p:txBody>
      </p:sp>
      <p:sp>
        <p:nvSpPr>
          <p:cNvPr id="3" name="">
            <a:extLst xmlns:a="http://schemas.openxmlformats.org/drawingml/2006/main">
              <a:ext uri="{FF2B5EF4-FFF2-40B4-BE49-F238E27FC236}">
                <a16:creationId xmlns:a16="http://schemas.microsoft.com/office/drawing/2014/main" id="{F1FE0DCA-5907-4744-8745-23D5249E63E1}"/>
              </a:ext>
            </a:extLst>
          </p:cNvPr>
          <p:cNvSpPr>
            <a:spLocks xmlns:a="http://schemas.openxmlformats.org/drawingml/2006/main" noGrp="1"/>
          </p:cNvSpPr>
          <p:nvPr/>
        </p:nvSpPr>
        <p:spPr>
          <a:xfrm xmlns:a="http://schemas.openxmlformats.org/drawingml/2006/main">
            <a:off x="609600" y="1028700"/>
            <a:ext cx="771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Self-Attention trên chuỗi dài</a:t>
            </a:r>
          </a:p>
        </p:txBody>
      </p:sp>
      <p:sp>
        <p:nvSpPr>
          <p:cNvPr id="4" name="">
            <a:extLst xmlns:a="http://schemas.openxmlformats.org/drawingml/2006/main">
              <a:ext uri="{FF2B5EF4-FFF2-40B4-BE49-F238E27FC236}">
                <a16:creationId xmlns:a16="http://schemas.microsoft.com/office/drawing/2014/main" id="{9EC883FB-4851-49AB-B1DA-0ABC983B7AA2}"/>
              </a:ext>
            </a:extLst>
          </p:cNvPr>
          <p:cNvSpPr>
            <a:spLocks xmlns:a="http://schemas.openxmlformats.org/drawingml/2006/main" noGrp="1"/>
          </p:cNvSpPr>
          <p:nvPr/>
        </p:nvSpPr>
        <p:spPr>
          <a:xfrm xmlns:a="http://schemas.openxmlformats.org/drawingml/2006/main">
            <a:off x="609600" y="167640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450" b="1">
                <a:solidFill>
                  <a:srgbClr val="77A8FF"/>
                </a:solidFill>
                <a:latin typeface="Arial"/>
                <a:ea typeface="Arial"/>
                <a:cs typeface="Arial"/>
              </a:defRPr>
            </a:pPr>
            <a:r>
              <a:rPr sz="3450" b="1">
                <a:solidFill>
                  <a:srgbClr val="77A8FF"/>
                </a:solidFill>
                <a:latin typeface="Arial"/>
                <a:ea typeface="Arial"/>
                <a:cs typeface="Arial"/>
              </a:rPr>
              <a:t>Longformer và FlashAttention</a:t>
            </a:r>
          </a:p>
        </p:txBody>
      </p:sp>
      <p:sp>
        <p:nvSpPr>
          <p:cNvPr id="5" name="">
            <a:extLst xmlns:a="http://schemas.openxmlformats.org/drawingml/2006/main">
              <a:ext uri="{FF2B5EF4-FFF2-40B4-BE49-F238E27FC236}">
                <a16:creationId xmlns:a16="http://schemas.microsoft.com/office/drawing/2014/main" id="{39E89A66-6736-4FE9-B944-9DA80FD1431D}"/>
              </a:ext>
            </a:extLst>
          </p:cNvPr>
          <p:cNvSpPr>
            <a:spLocks xmlns:a="http://schemas.openxmlformats.org/drawingml/2006/main" noGrp="1"/>
          </p:cNvSpPr>
          <p:nvPr/>
        </p:nvSpPr>
        <p:spPr>
          <a:xfrm xmlns:a="http://schemas.openxmlformats.org/drawingml/2006/main">
            <a:off x="609600" y="243840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C8D5E1"/>
                </a:solidFill>
                <a:latin typeface="Arial"/>
                <a:ea typeface="Arial"/>
                <a:cs typeface="Arial"/>
              </a:defRPr>
            </a:pPr>
            <a:r>
              <a:rPr sz="1650" b="0">
                <a:solidFill>
                  <a:srgbClr val="C8D5E1"/>
                </a:solidFill>
                <a:latin typeface="Arial"/>
                <a:ea typeface="Arial"/>
                <a:cs typeface="Arial"/>
              </a:rPr>
              <a:t>Hai cách xử lý cùng một nút thắt, ở hai tầng khác nhau</a:t>
            </a:r>
          </a:p>
        </p:txBody>
      </p:sp>
      <p:sp>
        <p:nvSpPr>
          <p:cNvPr id="6" name="">
            <a:extLst xmlns:a="http://schemas.openxmlformats.org/drawingml/2006/main">
              <a:ext uri="{FF2B5EF4-FFF2-40B4-BE49-F238E27FC236}">
                <a16:creationId xmlns:a16="http://schemas.microsoft.com/office/drawing/2014/main" id="{7370DF33-0B8C-44C4-8B9E-A6E834C603F1}"/>
              </a:ext>
            </a:extLst>
          </p:cNvPr>
          <p:cNvSpPr>
            <a:spLocks xmlns:a="http://schemas.openxmlformats.org/drawingml/2006/main" noGrp="1"/>
          </p:cNvSpPr>
          <p:nvPr/>
        </p:nvSpPr>
        <p:spPr>
          <a:xfrm xmlns:a="http://schemas.openxmlformats.org/drawingml/2006/main">
            <a:off x="9001125" y="1066800"/>
            <a:ext cx="1809750" cy="180975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653C6B4-BA57-45E2-BDFA-B072A4A87423}"/>
              </a:ext>
            </a:extLst>
          </p:cNvPr>
          <p:cNvSpPr>
            <a:spLocks xmlns:a="http://schemas.openxmlformats.org/drawingml/2006/main" noGrp="1"/>
          </p:cNvSpPr>
          <p:nvPr/>
        </p:nvSpPr>
        <p:spPr>
          <a:xfrm xmlns:a="http://schemas.openxmlformats.org/drawingml/2006/main">
            <a:off x="9172575" y="1571625"/>
            <a:ext cx="1466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0B1F33"/>
                </a:solidFill>
                <a:latin typeface="Arial"/>
                <a:ea typeface="Arial"/>
                <a:cs typeface="Arial"/>
              </a:defRPr>
            </a:pPr>
            <a:r>
              <a:rPr sz="1650" b="1">
                <a:solidFill>
                  <a:srgbClr val="0B1F33"/>
                </a:solidFill>
                <a:latin typeface="Arial"/>
                <a:ea typeface="Arial"/>
                <a:cs typeface="Arial"/>
              </a:rPr>
              <a:t>ATTENTION</a:t>
            </a:r>
          </a:p>
        </p:txBody>
      </p:sp>
      <p:sp>
        <p:nvSpPr>
          <p:cNvPr id="8" name="">
            <a:extLst xmlns:a="http://schemas.openxmlformats.org/drawingml/2006/main">
              <a:ext uri="{FF2B5EF4-FFF2-40B4-BE49-F238E27FC236}">
                <a16:creationId xmlns:a16="http://schemas.microsoft.com/office/drawing/2014/main" id="{90D16915-0446-4FA2-8025-6EE61B624F5F}"/>
              </a:ext>
            </a:extLst>
          </p:cNvPr>
          <p:cNvSpPr>
            <a:spLocks xmlns:a="http://schemas.openxmlformats.org/drawingml/2006/main" noGrp="1"/>
          </p:cNvSpPr>
          <p:nvPr/>
        </p:nvSpPr>
        <p:spPr>
          <a:xfrm xmlns:a="http://schemas.openxmlformats.org/drawingml/2006/main">
            <a:off x="9363075" y="1981200"/>
            <a:ext cx="1085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E65B4B"/>
                </a:solidFill>
                <a:latin typeface="Arial"/>
                <a:ea typeface="Arial"/>
                <a:cs typeface="Arial"/>
              </a:defRPr>
            </a:pPr>
            <a:r>
              <a:rPr sz="1350" b="1">
                <a:solidFill>
                  <a:srgbClr val="E65B4B"/>
                </a:solidFill>
                <a:latin typeface="Arial"/>
                <a:ea typeface="Arial"/>
                <a:cs typeface="Arial"/>
              </a:rPr>
              <a:t>n × n</a:t>
            </a:r>
          </a:p>
        </p:txBody>
      </p:sp>
      <p:sp>
        <p:nvSpPr>
          <p:cNvPr id="9" name="">
            <a:extLst xmlns:a="http://schemas.openxmlformats.org/drawingml/2006/main">
              <a:ext uri="{FF2B5EF4-FFF2-40B4-BE49-F238E27FC236}">
                <a16:creationId xmlns:a16="http://schemas.microsoft.com/office/drawing/2014/main" id="{782ACA58-A0C2-4B00-AD88-272D58454972}"/>
              </a:ext>
            </a:extLst>
          </p:cNvPr>
          <p:cNvSpPr>
            <a:spLocks xmlns:a="http://schemas.openxmlformats.org/drawingml/2006/main" noGrp="1"/>
          </p:cNvSpPr>
          <p:nvPr/>
        </p:nvSpPr>
        <p:spPr>
          <a:xfrm xmlns:a="http://schemas.openxmlformats.org/drawingml/2006/main">
            <a:off x="8305800" y="3257550"/>
            <a:ext cx="19050" cy="762000"/>
          </a:xfrm>
          <a:prstGeom xmlns:a="http://schemas.openxmlformats.org/drawingml/2006/main" prst="rect">
            <a:avLst/>
          </a:prstGeom>
          <a:solidFill xmlns:a="http://schemas.openxmlformats.org/drawingml/2006/main">
            <a:srgbClr val="72D5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86BE952-3458-49A3-B5F6-CD445931024E}"/>
              </a:ext>
            </a:extLst>
          </p:cNvPr>
          <p:cNvSpPr>
            <a:spLocks xmlns:a="http://schemas.openxmlformats.org/drawingml/2006/main" noGrp="1"/>
          </p:cNvSpPr>
          <p:nvPr/>
        </p:nvSpPr>
        <p:spPr>
          <a:xfrm xmlns:a="http://schemas.openxmlformats.org/drawingml/2006/main">
            <a:off x="8305800" y="4000500"/>
            <a:ext cx="2590800" cy="19050"/>
          </a:xfrm>
          <a:prstGeom xmlns:a="http://schemas.openxmlformats.org/drawingml/2006/main" prst="rect">
            <a:avLst/>
          </a:prstGeom>
          <a:solidFill xmlns:a="http://schemas.openxmlformats.org/drawingml/2006/main">
            <a:srgbClr val="72D5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3E35C28-ECB1-4858-9457-F11A9094A0FE}"/>
              </a:ext>
            </a:extLst>
          </p:cNvPr>
          <p:cNvSpPr>
            <a:spLocks xmlns:a="http://schemas.openxmlformats.org/drawingml/2006/main" noGrp="1"/>
          </p:cNvSpPr>
          <p:nvPr/>
        </p:nvSpPr>
        <p:spPr>
          <a:xfrm xmlns:a="http://schemas.openxmlformats.org/drawingml/2006/main">
            <a:off x="8305800" y="4000500"/>
            <a:ext cx="19050" cy="533400"/>
          </a:xfrm>
          <a:prstGeom xmlns:a="http://schemas.openxmlformats.org/drawingml/2006/main" prst="rect">
            <a:avLst/>
          </a:prstGeom>
          <a:solidFill xmlns:a="http://schemas.openxmlformats.org/drawingml/2006/main">
            <a:srgbClr val="72D5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0D0699A-5E1E-4DEF-BCDC-C9525A0A96BE}"/>
              </a:ext>
            </a:extLst>
          </p:cNvPr>
          <p:cNvSpPr>
            <a:spLocks xmlns:a="http://schemas.openxmlformats.org/drawingml/2006/main" noGrp="1"/>
          </p:cNvSpPr>
          <p:nvPr/>
        </p:nvSpPr>
        <p:spPr>
          <a:xfrm xmlns:a="http://schemas.openxmlformats.org/drawingml/2006/main">
            <a:off x="10877550" y="4000500"/>
            <a:ext cx="19050" cy="533400"/>
          </a:xfrm>
          <a:prstGeom xmlns:a="http://schemas.openxmlformats.org/drawingml/2006/main" prst="rect">
            <a:avLst/>
          </a:prstGeom>
          <a:solidFill xmlns:a="http://schemas.openxmlformats.org/drawingml/2006/main">
            <a:srgbClr val="72D5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5E0EF50-0ED3-438A-B098-D6E56D95E801}"/>
              </a:ext>
            </a:extLst>
          </p:cNvPr>
          <p:cNvSpPr>
            <a:spLocks xmlns:a="http://schemas.openxmlformats.org/drawingml/2006/main" noGrp="1"/>
          </p:cNvSpPr>
          <p:nvPr/>
        </p:nvSpPr>
        <p:spPr>
          <a:xfrm xmlns:a="http://schemas.openxmlformats.org/drawingml/2006/main">
            <a:off x="6924675" y="4533900"/>
            <a:ext cx="2762250" cy="1238250"/>
          </a:xfrm>
          <a:prstGeom xmlns:a="http://schemas.openxmlformats.org/drawingml/2006/main" prst="roundRect">
            <a:avLst>
              <a:gd name="adj" fmla="val 6154"/>
            </a:avLst>
          </a:prstGeom>
          <a:solidFill xmlns:a="http://schemas.openxmlformats.org/drawingml/2006/main">
            <a:srgbClr val="123A54"/>
          </a:solidFill>
          <a:ln xmlns:a="http://schemas.openxmlformats.org/drawingml/2006/main" w="19050">
            <a:solidFill>
              <a:srgbClr val="72D5CF"/>
            </a:solidFill>
          </a:ln>
        </p:spPr>
      </p:sp>
      <p:sp>
        <p:nvSpPr>
          <p:cNvPr id="14" name="">
            <a:extLst xmlns:a="http://schemas.openxmlformats.org/drawingml/2006/main">
              <a:ext uri="{FF2B5EF4-FFF2-40B4-BE49-F238E27FC236}">
                <a16:creationId xmlns:a16="http://schemas.microsoft.com/office/drawing/2014/main" id="{6295EED3-F52B-4BB6-8B66-74F937F0AEBD}"/>
              </a:ext>
            </a:extLst>
          </p:cNvPr>
          <p:cNvSpPr>
            <a:spLocks xmlns:a="http://schemas.openxmlformats.org/drawingml/2006/main" noGrp="1"/>
          </p:cNvSpPr>
          <p:nvPr/>
        </p:nvSpPr>
        <p:spPr>
          <a:xfrm xmlns:a="http://schemas.openxmlformats.org/drawingml/2006/main">
            <a:off x="7172325" y="4676775"/>
            <a:ext cx="2266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72D5CF"/>
                </a:solidFill>
                <a:latin typeface="Arial"/>
                <a:ea typeface="Arial"/>
                <a:cs typeface="Arial"/>
              </a:defRPr>
            </a:pPr>
            <a:r>
              <a:rPr sz="1350" b="1">
                <a:solidFill>
                  <a:srgbClr val="72D5CF"/>
                </a:solidFill>
                <a:latin typeface="Arial"/>
                <a:ea typeface="Arial"/>
                <a:cs typeface="Arial"/>
              </a:rPr>
              <a:t>LONGFORMER</a:t>
            </a:r>
          </a:p>
        </p:txBody>
      </p:sp>
      <p:sp>
        <p:nvSpPr>
          <p:cNvPr id="15" name="">
            <a:extLst xmlns:a="http://schemas.openxmlformats.org/drawingml/2006/main">
              <a:ext uri="{FF2B5EF4-FFF2-40B4-BE49-F238E27FC236}">
                <a16:creationId xmlns:a16="http://schemas.microsoft.com/office/drawing/2014/main" id="{EE974593-5015-4288-AA77-32730580544E}"/>
              </a:ext>
            </a:extLst>
          </p:cNvPr>
          <p:cNvSpPr>
            <a:spLocks xmlns:a="http://schemas.openxmlformats.org/drawingml/2006/main" noGrp="1"/>
          </p:cNvSpPr>
          <p:nvPr/>
        </p:nvSpPr>
        <p:spPr>
          <a:xfrm xmlns:a="http://schemas.openxmlformats.org/drawingml/2006/main">
            <a:off x="7143750" y="5038725"/>
            <a:ext cx="2324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Giảm số cặp token cần tính</a:t>
            </a:r>
          </a:p>
        </p:txBody>
      </p:sp>
      <p:sp>
        <p:nvSpPr>
          <p:cNvPr id="16" name="">
            <a:extLst xmlns:a="http://schemas.openxmlformats.org/drawingml/2006/main">
              <a:ext uri="{FF2B5EF4-FFF2-40B4-BE49-F238E27FC236}">
                <a16:creationId xmlns:a16="http://schemas.microsoft.com/office/drawing/2014/main" id="{EC8C3816-71D1-481D-86CE-69440004A76F}"/>
              </a:ext>
            </a:extLst>
          </p:cNvPr>
          <p:cNvSpPr>
            <a:spLocks xmlns:a="http://schemas.openxmlformats.org/drawingml/2006/main" noGrp="1"/>
          </p:cNvSpPr>
          <p:nvPr/>
        </p:nvSpPr>
        <p:spPr>
          <a:xfrm xmlns:a="http://schemas.openxmlformats.org/drawingml/2006/main">
            <a:off x="9525000" y="4533900"/>
            <a:ext cx="2190750" cy="1238250"/>
          </a:xfrm>
          <a:prstGeom xmlns:a="http://schemas.openxmlformats.org/drawingml/2006/main" prst="roundRect">
            <a:avLst>
              <a:gd name="adj" fmla="val 6154"/>
            </a:avLst>
          </a:prstGeom>
          <a:solidFill xmlns:a="http://schemas.openxmlformats.org/drawingml/2006/main">
            <a:srgbClr val="123A54"/>
          </a:solidFill>
          <a:ln xmlns:a="http://schemas.openxmlformats.org/drawingml/2006/main" w="19050">
            <a:solidFill>
              <a:srgbClr val="F28C28"/>
            </a:solidFill>
          </a:ln>
        </p:spPr>
      </p:sp>
      <p:sp>
        <p:nvSpPr>
          <p:cNvPr id="17" name="">
            <a:extLst xmlns:a="http://schemas.openxmlformats.org/drawingml/2006/main">
              <a:ext uri="{FF2B5EF4-FFF2-40B4-BE49-F238E27FC236}">
                <a16:creationId xmlns:a16="http://schemas.microsoft.com/office/drawing/2014/main" id="{30653B8F-F0B4-4DCC-B550-FC2D4EB5F182}"/>
              </a:ext>
            </a:extLst>
          </p:cNvPr>
          <p:cNvSpPr>
            <a:spLocks xmlns:a="http://schemas.openxmlformats.org/drawingml/2006/main" noGrp="1"/>
          </p:cNvSpPr>
          <p:nvPr/>
        </p:nvSpPr>
        <p:spPr>
          <a:xfrm xmlns:a="http://schemas.openxmlformats.org/drawingml/2006/main">
            <a:off x="9667875" y="46767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28C28"/>
                </a:solidFill>
                <a:latin typeface="Arial"/>
                <a:ea typeface="Arial"/>
                <a:cs typeface="Arial"/>
              </a:defRPr>
            </a:pPr>
            <a:r>
              <a:rPr sz="1275" b="1">
                <a:solidFill>
                  <a:srgbClr val="F28C28"/>
                </a:solidFill>
                <a:latin typeface="Arial"/>
                <a:ea typeface="Arial"/>
                <a:cs typeface="Arial"/>
              </a:rPr>
              <a:t>FLASHATTENTION</a:t>
            </a:r>
          </a:p>
        </p:txBody>
      </p:sp>
      <p:sp>
        <p:nvSpPr>
          <p:cNvPr id="18" name="">
            <a:extLst xmlns:a="http://schemas.openxmlformats.org/drawingml/2006/main">
              <a:ext uri="{FF2B5EF4-FFF2-40B4-BE49-F238E27FC236}">
                <a16:creationId xmlns:a16="http://schemas.microsoft.com/office/drawing/2014/main" id="{4B150F22-5B90-4662-A378-C2FFAEC16770}"/>
              </a:ext>
            </a:extLst>
          </p:cNvPr>
          <p:cNvSpPr>
            <a:spLocks xmlns:a="http://schemas.openxmlformats.org/drawingml/2006/main" noGrp="1"/>
          </p:cNvSpPr>
          <p:nvPr/>
        </p:nvSpPr>
        <p:spPr>
          <a:xfrm xmlns:a="http://schemas.openxmlformats.org/drawingml/2006/main">
            <a:off x="9705975" y="5038725"/>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14"/>
          </a:bodyPr>
          <a:lstStyle xmlns:a="http://schemas.openxmlformats.org/drawingml/2006/main"/>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Giảm I/O khi tính đủ các cặp</a:t>
            </a:r>
          </a:p>
        </p:txBody>
      </p:sp>
      <p:sp>
        <p:nvSpPr>
          <p:cNvPr id="19" name="">
            <a:extLst xmlns:a="http://schemas.openxmlformats.org/drawingml/2006/main">
              <a:ext uri="{FF2B5EF4-FFF2-40B4-BE49-F238E27FC236}">
                <a16:creationId xmlns:a16="http://schemas.microsoft.com/office/drawing/2014/main" id="{F7E70F90-79A4-4A30-BB08-308C16176F50}"/>
              </a:ext>
            </a:extLst>
          </p:cNvPr>
          <p:cNvSpPr>
            <a:spLocks xmlns:a="http://schemas.openxmlformats.org/drawingml/2006/main" noGrp="1"/>
          </p:cNvSpPr>
          <p:nvPr/>
        </p:nvSpPr>
        <p:spPr>
          <a:xfrm xmlns:a="http://schemas.openxmlformats.org/drawingml/2006/main">
            <a:off x="609600" y="374332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72D5CF"/>
                </a:solidFill>
                <a:latin typeface="Arial"/>
                <a:ea typeface="Arial"/>
                <a:cs typeface="Arial"/>
              </a:defRPr>
            </a:pPr>
            <a:r>
              <a:rPr sz="1050" b="1">
                <a:solidFill>
                  <a:srgbClr val="72D5CF"/>
                </a:solidFill>
                <a:latin typeface="Arial"/>
                <a:ea typeface="Arial"/>
                <a:cs typeface="Arial"/>
              </a:rPr>
              <a:t>Câu hỏi dẫn đường</a:t>
            </a:r>
          </a:p>
        </p:txBody>
      </p:sp>
      <p:sp>
        <p:nvSpPr>
          <p:cNvPr id="20" name="">
            <a:extLst xmlns:a="http://schemas.openxmlformats.org/drawingml/2006/main">
              <a:ext uri="{FF2B5EF4-FFF2-40B4-BE49-F238E27FC236}">
                <a16:creationId xmlns:a16="http://schemas.microsoft.com/office/drawing/2014/main" id="{8F699BC9-6EBB-40EE-BC15-A913B19A1582}"/>
              </a:ext>
            </a:extLst>
          </p:cNvPr>
          <p:cNvSpPr>
            <a:spLocks xmlns:a="http://schemas.openxmlformats.org/drawingml/2006/main" noGrp="1"/>
          </p:cNvSpPr>
          <p:nvPr/>
        </p:nvSpPr>
        <p:spPr>
          <a:xfrm xmlns:a="http://schemas.openxmlformats.org/drawingml/2006/main">
            <a:off x="609600" y="4048125"/>
            <a:ext cx="5476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Nếu tài liệu dài 10.000 token, ta nên giảm số kết nối hay giữ full Attention và đổi cách thực thi?</a:t>
            </a:r>
          </a:p>
        </p:txBody>
      </p:sp>
      <p:sp>
        <p:nvSpPr>
          <p:cNvPr id="21" name="">
            <a:extLst xmlns:a="http://schemas.openxmlformats.org/drawingml/2006/main">
              <a:ext uri="{FF2B5EF4-FFF2-40B4-BE49-F238E27FC236}">
                <a16:creationId xmlns:a16="http://schemas.microsoft.com/office/drawing/2014/main" id="{2DA37446-0CA1-46C1-B5DC-A5C36094342C}"/>
              </a:ext>
            </a:extLst>
          </p:cNvPr>
          <p:cNvSpPr>
            <a:spLocks xmlns:a="http://schemas.openxmlformats.org/drawingml/2006/main" noGrp="1"/>
          </p:cNvSpPr>
          <p:nvPr/>
        </p:nvSpPr>
        <p:spPr>
          <a:xfrm xmlns:a="http://schemas.openxmlformats.org/drawingml/2006/main">
            <a:off x="10810875" y="6515100"/>
            <a:ext cx="8477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AFC0CE"/>
                </a:solidFill>
                <a:latin typeface="Arial"/>
                <a:ea typeface="Arial"/>
                <a:cs typeface="Arial"/>
              </a:defRPr>
            </a:pPr>
            <a:r>
              <a:rPr sz="750" b="0">
                <a:solidFill>
                  <a:srgbClr val="AFC0CE"/>
                </a:solidFill>
                <a:latin typeface="Arial"/>
                <a:ea typeface="Arial"/>
                <a:cs typeface="Arial"/>
              </a:rPr>
              <a:t>01 / 09</a:t>
            </a:r>
          </a:p>
        </p:txBody>
      </p:sp>
    </p:spTree>
    <p:extLst>
      <p:ext uri="{BB962C8B-B14F-4D97-AF65-F5344CB8AC3E}">
        <p14:creationId xmlns:p14="http://schemas.microsoft.com/office/powerpoint/2010/main" val="928761935"/>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6" name="">
            <a:extLst xmlns:a="http://schemas.openxmlformats.org/drawingml/2006/main">
              <a:ext uri="{FF2B5EF4-FFF2-40B4-BE49-F238E27FC236}">
                <a16:creationId xmlns:a16="http://schemas.microsoft.com/office/drawing/2014/main" id="{95B5998F-8AC7-44B0-AAE6-A6093987E86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9E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542FC7-6409-4891-9AFE-2D67AA615BC7}"/>
              </a:ext>
            </a:extLst>
          </p:cNvPr>
          <p:cNvSpPr>
            <a:spLocks xmlns:a="http://schemas.openxmlformats.org/drawingml/2006/main" noGrp="1"/>
          </p:cNvSpPr>
          <p:nvPr/>
        </p:nvSpPr>
        <p:spPr>
          <a:xfrm xmlns:a="http://schemas.openxmlformats.org/drawingml/2006/main">
            <a:off x="533400" y="2571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B9E9A"/>
                </a:solidFill>
                <a:latin typeface="Arial"/>
                <a:ea typeface="Arial"/>
                <a:cs typeface="Arial"/>
              </a:defRPr>
            </a:pPr>
            <a:r>
              <a:rPr sz="900" b="1">
                <a:solidFill>
                  <a:srgbClr val="0B9E9A"/>
                </a:solidFill>
                <a:latin typeface="Arial"/>
                <a:ea typeface="Arial"/>
                <a:cs typeface="Arial"/>
              </a:rPr>
              <a:t>TRANSFORMER · LONG CONTEXT</a:t>
            </a:r>
          </a:p>
        </p:txBody>
      </p:sp>
      <p:sp>
        <p:nvSpPr>
          <p:cNvPr id="3" name="">
            <a:extLst xmlns:a="http://schemas.openxmlformats.org/drawingml/2006/main">
              <a:ext uri="{FF2B5EF4-FFF2-40B4-BE49-F238E27FC236}">
                <a16:creationId xmlns:a16="http://schemas.microsoft.com/office/drawing/2014/main" id="{60883C88-4B8B-4F33-8E8F-4288AA101442}"/>
              </a:ext>
            </a:extLst>
          </p:cNvPr>
          <p:cNvSpPr>
            <a:spLocks xmlns:a="http://schemas.openxmlformats.org/drawingml/2006/main" noGrp="1"/>
          </p:cNvSpPr>
          <p:nvPr/>
        </p:nvSpPr>
        <p:spPr>
          <a:xfrm xmlns:a="http://schemas.openxmlformats.org/drawingml/2006/main">
            <a:off x="533400" y="5429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0B1F33"/>
                </a:solidFill>
                <a:latin typeface="Arial"/>
                <a:ea typeface="Arial"/>
                <a:cs typeface="Arial"/>
              </a:defRPr>
            </a:pPr>
            <a:r>
              <a:rPr sz="2325" b="1">
                <a:solidFill>
                  <a:srgbClr val="0B1F33"/>
                </a:solidFill>
                <a:latin typeface="Arial"/>
                <a:ea typeface="Arial"/>
                <a:cs typeface="Arial"/>
              </a:rPr>
              <a:t>Vì sao chuỗi dài làm Attention trở nên đắt?</a:t>
            </a:r>
          </a:p>
        </p:txBody>
      </p:sp>
      <p:sp>
        <p:nvSpPr>
          <p:cNvPr id="4" name="">
            <a:extLst xmlns:a="http://schemas.openxmlformats.org/drawingml/2006/main">
              <a:ext uri="{FF2B5EF4-FFF2-40B4-BE49-F238E27FC236}">
                <a16:creationId xmlns:a16="http://schemas.microsoft.com/office/drawing/2014/main" id="{BB476179-14AE-42BC-86C0-7CB741DF11CD}"/>
              </a:ext>
            </a:extLst>
          </p:cNvPr>
          <p:cNvSpPr>
            <a:spLocks xmlns:a="http://schemas.openxmlformats.org/drawingml/2006/main" noGrp="1"/>
          </p:cNvSpPr>
          <p:nvPr/>
        </p:nvSpPr>
        <p:spPr>
          <a:xfrm xmlns:a="http://schemas.openxmlformats.org/drawingml/2006/main">
            <a:off x="533400" y="6467475"/>
            <a:ext cx="11125200" cy="19050"/>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BC3F21-6648-4120-8B05-16EEF5D2995C}"/>
              </a:ext>
            </a:extLst>
          </p:cNvPr>
          <p:cNvSpPr>
            <a:spLocks xmlns:a="http://schemas.openxmlformats.org/drawingml/2006/main" noGrp="1"/>
          </p:cNvSpPr>
          <p:nvPr/>
        </p:nvSpPr>
        <p:spPr>
          <a:xfrm xmlns:a="http://schemas.openxmlformats.org/drawingml/2006/main">
            <a:off x="10810875" y="6515100"/>
            <a:ext cx="8477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F7184"/>
                </a:solidFill>
                <a:latin typeface="Arial"/>
                <a:ea typeface="Arial"/>
                <a:cs typeface="Arial"/>
              </a:defRPr>
            </a:pPr>
            <a:r>
              <a:rPr sz="750" b="0">
                <a:solidFill>
                  <a:srgbClr val="5F7184"/>
                </a:solidFill>
                <a:latin typeface="Arial"/>
                <a:ea typeface="Arial"/>
                <a:cs typeface="Arial"/>
              </a:rPr>
              <a:t>02 / 09</a:t>
            </a:r>
          </a:p>
        </p:txBody>
      </p:sp>
      <p:sp>
        <p:nvSpPr>
          <p:cNvPr id="6" name="">
            <a:extLst xmlns:a="http://schemas.openxmlformats.org/drawingml/2006/main">
              <a:ext uri="{FF2B5EF4-FFF2-40B4-BE49-F238E27FC236}">
                <a16:creationId xmlns:a16="http://schemas.microsoft.com/office/drawing/2014/main" id="{C1110F91-2C88-4DE7-8BC8-7E4E73231217}"/>
              </a:ext>
            </a:extLst>
          </p:cNvPr>
          <p:cNvSpPr>
            <a:spLocks xmlns:a="http://schemas.openxmlformats.org/drawingml/2006/main" noGrp="1"/>
          </p:cNvSpPr>
          <p:nvPr/>
        </p:nvSpPr>
        <p:spPr>
          <a:xfrm xmlns:a="http://schemas.openxmlformats.org/drawingml/2006/main">
            <a:off x="533400" y="11430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2D6CDF"/>
                </a:solidFill>
                <a:latin typeface="Arial"/>
                <a:ea typeface="Arial"/>
                <a:cs typeface="Arial"/>
              </a:defRPr>
            </a:pPr>
            <a:r>
              <a:rPr sz="1650" b="1">
                <a:solidFill>
                  <a:srgbClr val="2D6CDF"/>
                </a:solidFill>
                <a:latin typeface="Arial"/>
                <a:ea typeface="Arial"/>
                <a:cs typeface="Arial"/>
              </a:rPr>
              <a:t>Attention(Q,K,V) = softmax(QKᵀ / √dₖ) V</a:t>
            </a:r>
          </a:p>
        </p:txBody>
      </p:sp>
      <p:sp>
        <p:nvSpPr>
          <p:cNvPr id="7" name="">
            <a:extLst xmlns:a="http://schemas.openxmlformats.org/drawingml/2006/main">
              <a:ext uri="{FF2B5EF4-FFF2-40B4-BE49-F238E27FC236}">
                <a16:creationId xmlns:a16="http://schemas.microsoft.com/office/drawing/2014/main" id="{CBF3FA18-A6F8-4BF0-A151-0D0D64A84BDB}"/>
              </a:ext>
            </a:extLst>
          </p:cNvPr>
          <p:cNvSpPr>
            <a:spLocks xmlns:a="http://schemas.openxmlformats.org/drawingml/2006/main" noGrp="1"/>
          </p:cNvSpPr>
          <p:nvPr/>
        </p:nvSpPr>
        <p:spPr>
          <a:xfrm xmlns:a="http://schemas.openxmlformats.org/drawingml/2006/main">
            <a:off x="704850" y="20002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8" name="">
            <a:extLst xmlns:a="http://schemas.openxmlformats.org/drawingml/2006/main">
              <a:ext uri="{FF2B5EF4-FFF2-40B4-BE49-F238E27FC236}">
                <a16:creationId xmlns:a16="http://schemas.microsoft.com/office/drawing/2014/main" id="{A1EE97D4-041C-49D5-ADDE-F336F4FD2099}"/>
              </a:ext>
            </a:extLst>
          </p:cNvPr>
          <p:cNvSpPr>
            <a:spLocks xmlns:a="http://schemas.openxmlformats.org/drawingml/2006/main" noGrp="1"/>
          </p:cNvSpPr>
          <p:nvPr/>
        </p:nvSpPr>
        <p:spPr>
          <a:xfrm xmlns:a="http://schemas.openxmlformats.org/drawingml/2006/main">
            <a:off x="1104900" y="20002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9" name="">
            <a:extLst xmlns:a="http://schemas.openxmlformats.org/drawingml/2006/main">
              <a:ext uri="{FF2B5EF4-FFF2-40B4-BE49-F238E27FC236}">
                <a16:creationId xmlns:a16="http://schemas.microsoft.com/office/drawing/2014/main" id="{63C72875-FB70-472A-8BA4-EC481DCA52E1}"/>
              </a:ext>
            </a:extLst>
          </p:cNvPr>
          <p:cNvSpPr>
            <a:spLocks xmlns:a="http://schemas.openxmlformats.org/drawingml/2006/main" noGrp="1"/>
          </p:cNvSpPr>
          <p:nvPr/>
        </p:nvSpPr>
        <p:spPr>
          <a:xfrm xmlns:a="http://schemas.openxmlformats.org/drawingml/2006/main">
            <a:off x="1504950" y="20002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10" name="">
            <a:extLst xmlns:a="http://schemas.openxmlformats.org/drawingml/2006/main">
              <a:ext uri="{FF2B5EF4-FFF2-40B4-BE49-F238E27FC236}">
                <a16:creationId xmlns:a16="http://schemas.microsoft.com/office/drawing/2014/main" id="{7D3A703F-FEF6-4519-833B-B9DC5974B362}"/>
              </a:ext>
            </a:extLst>
          </p:cNvPr>
          <p:cNvSpPr>
            <a:spLocks xmlns:a="http://schemas.openxmlformats.org/drawingml/2006/main" noGrp="1"/>
          </p:cNvSpPr>
          <p:nvPr/>
        </p:nvSpPr>
        <p:spPr>
          <a:xfrm xmlns:a="http://schemas.openxmlformats.org/drawingml/2006/main">
            <a:off x="1905000" y="20002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11" name="">
            <a:extLst xmlns:a="http://schemas.openxmlformats.org/drawingml/2006/main">
              <a:ext uri="{FF2B5EF4-FFF2-40B4-BE49-F238E27FC236}">
                <a16:creationId xmlns:a16="http://schemas.microsoft.com/office/drawing/2014/main" id="{6479320B-F96C-443E-9A36-2247BE846D89}"/>
              </a:ext>
            </a:extLst>
          </p:cNvPr>
          <p:cNvSpPr>
            <a:spLocks xmlns:a="http://schemas.openxmlformats.org/drawingml/2006/main" noGrp="1"/>
          </p:cNvSpPr>
          <p:nvPr/>
        </p:nvSpPr>
        <p:spPr>
          <a:xfrm xmlns:a="http://schemas.openxmlformats.org/drawingml/2006/main">
            <a:off x="2305050" y="20002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12" name="">
            <a:extLst xmlns:a="http://schemas.openxmlformats.org/drawingml/2006/main">
              <a:ext uri="{FF2B5EF4-FFF2-40B4-BE49-F238E27FC236}">
                <a16:creationId xmlns:a16="http://schemas.microsoft.com/office/drawing/2014/main" id="{FDB07A41-ED07-4A6E-AC42-DC0A9B816583}"/>
              </a:ext>
            </a:extLst>
          </p:cNvPr>
          <p:cNvSpPr>
            <a:spLocks xmlns:a="http://schemas.openxmlformats.org/drawingml/2006/main" noGrp="1"/>
          </p:cNvSpPr>
          <p:nvPr/>
        </p:nvSpPr>
        <p:spPr>
          <a:xfrm xmlns:a="http://schemas.openxmlformats.org/drawingml/2006/main">
            <a:off x="2705100" y="20002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13" name="">
            <a:extLst xmlns:a="http://schemas.openxmlformats.org/drawingml/2006/main">
              <a:ext uri="{FF2B5EF4-FFF2-40B4-BE49-F238E27FC236}">
                <a16:creationId xmlns:a16="http://schemas.microsoft.com/office/drawing/2014/main" id="{84B64401-9BD6-4813-8A89-1280B02605E4}"/>
              </a:ext>
            </a:extLst>
          </p:cNvPr>
          <p:cNvSpPr>
            <a:spLocks xmlns:a="http://schemas.openxmlformats.org/drawingml/2006/main" noGrp="1"/>
          </p:cNvSpPr>
          <p:nvPr/>
        </p:nvSpPr>
        <p:spPr>
          <a:xfrm xmlns:a="http://schemas.openxmlformats.org/drawingml/2006/main">
            <a:off x="3105150" y="20002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14" name="">
            <a:extLst xmlns:a="http://schemas.openxmlformats.org/drawingml/2006/main">
              <a:ext uri="{FF2B5EF4-FFF2-40B4-BE49-F238E27FC236}">
                <a16:creationId xmlns:a16="http://schemas.microsoft.com/office/drawing/2014/main" id="{7BF29F8E-5D86-44FE-BAD3-FD3822153431}"/>
              </a:ext>
            </a:extLst>
          </p:cNvPr>
          <p:cNvSpPr>
            <a:spLocks xmlns:a="http://schemas.openxmlformats.org/drawingml/2006/main" noGrp="1"/>
          </p:cNvSpPr>
          <p:nvPr/>
        </p:nvSpPr>
        <p:spPr>
          <a:xfrm xmlns:a="http://schemas.openxmlformats.org/drawingml/2006/main">
            <a:off x="3505200" y="20002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15" name="">
            <a:extLst xmlns:a="http://schemas.openxmlformats.org/drawingml/2006/main">
              <a:ext uri="{FF2B5EF4-FFF2-40B4-BE49-F238E27FC236}">
                <a16:creationId xmlns:a16="http://schemas.microsoft.com/office/drawing/2014/main" id="{624657A5-B68B-44FC-80CC-45F3A016082A}"/>
              </a:ext>
            </a:extLst>
          </p:cNvPr>
          <p:cNvSpPr>
            <a:spLocks xmlns:a="http://schemas.openxmlformats.org/drawingml/2006/main" noGrp="1"/>
          </p:cNvSpPr>
          <p:nvPr/>
        </p:nvSpPr>
        <p:spPr>
          <a:xfrm xmlns:a="http://schemas.openxmlformats.org/drawingml/2006/main">
            <a:off x="704850" y="24003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16" name="">
            <a:extLst xmlns:a="http://schemas.openxmlformats.org/drawingml/2006/main">
              <a:ext uri="{FF2B5EF4-FFF2-40B4-BE49-F238E27FC236}">
                <a16:creationId xmlns:a16="http://schemas.microsoft.com/office/drawing/2014/main" id="{9426338E-D219-4475-8595-9F7286D7689F}"/>
              </a:ext>
            </a:extLst>
          </p:cNvPr>
          <p:cNvSpPr>
            <a:spLocks xmlns:a="http://schemas.openxmlformats.org/drawingml/2006/main" noGrp="1"/>
          </p:cNvSpPr>
          <p:nvPr/>
        </p:nvSpPr>
        <p:spPr>
          <a:xfrm xmlns:a="http://schemas.openxmlformats.org/drawingml/2006/main">
            <a:off x="1104900" y="24003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17" name="">
            <a:extLst xmlns:a="http://schemas.openxmlformats.org/drawingml/2006/main">
              <a:ext uri="{FF2B5EF4-FFF2-40B4-BE49-F238E27FC236}">
                <a16:creationId xmlns:a16="http://schemas.microsoft.com/office/drawing/2014/main" id="{EEACF95A-F9E8-459E-AB69-2C7BE4E6B099}"/>
              </a:ext>
            </a:extLst>
          </p:cNvPr>
          <p:cNvSpPr>
            <a:spLocks xmlns:a="http://schemas.openxmlformats.org/drawingml/2006/main" noGrp="1"/>
          </p:cNvSpPr>
          <p:nvPr/>
        </p:nvSpPr>
        <p:spPr>
          <a:xfrm xmlns:a="http://schemas.openxmlformats.org/drawingml/2006/main">
            <a:off x="1504950" y="24003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18" name="">
            <a:extLst xmlns:a="http://schemas.openxmlformats.org/drawingml/2006/main">
              <a:ext uri="{FF2B5EF4-FFF2-40B4-BE49-F238E27FC236}">
                <a16:creationId xmlns:a16="http://schemas.microsoft.com/office/drawing/2014/main" id="{01C3E071-5331-4542-8420-51F37EF25FF3}"/>
              </a:ext>
            </a:extLst>
          </p:cNvPr>
          <p:cNvSpPr>
            <a:spLocks xmlns:a="http://schemas.openxmlformats.org/drawingml/2006/main" noGrp="1"/>
          </p:cNvSpPr>
          <p:nvPr/>
        </p:nvSpPr>
        <p:spPr>
          <a:xfrm xmlns:a="http://schemas.openxmlformats.org/drawingml/2006/main">
            <a:off x="1905000" y="24003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19" name="">
            <a:extLst xmlns:a="http://schemas.openxmlformats.org/drawingml/2006/main">
              <a:ext uri="{FF2B5EF4-FFF2-40B4-BE49-F238E27FC236}">
                <a16:creationId xmlns:a16="http://schemas.microsoft.com/office/drawing/2014/main" id="{F0D8128E-293D-4B95-B598-F00206D2F857}"/>
              </a:ext>
            </a:extLst>
          </p:cNvPr>
          <p:cNvSpPr>
            <a:spLocks xmlns:a="http://schemas.openxmlformats.org/drawingml/2006/main" noGrp="1"/>
          </p:cNvSpPr>
          <p:nvPr/>
        </p:nvSpPr>
        <p:spPr>
          <a:xfrm xmlns:a="http://schemas.openxmlformats.org/drawingml/2006/main">
            <a:off x="2305050" y="24003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20" name="">
            <a:extLst xmlns:a="http://schemas.openxmlformats.org/drawingml/2006/main">
              <a:ext uri="{FF2B5EF4-FFF2-40B4-BE49-F238E27FC236}">
                <a16:creationId xmlns:a16="http://schemas.microsoft.com/office/drawing/2014/main" id="{8023C3B2-F5D4-4D0C-8C35-D1E7909D7E66}"/>
              </a:ext>
            </a:extLst>
          </p:cNvPr>
          <p:cNvSpPr>
            <a:spLocks xmlns:a="http://schemas.openxmlformats.org/drawingml/2006/main" noGrp="1"/>
          </p:cNvSpPr>
          <p:nvPr/>
        </p:nvSpPr>
        <p:spPr>
          <a:xfrm xmlns:a="http://schemas.openxmlformats.org/drawingml/2006/main">
            <a:off x="2705100" y="24003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21" name="">
            <a:extLst xmlns:a="http://schemas.openxmlformats.org/drawingml/2006/main">
              <a:ext uri="{FF2B5EF4-FFF2-40B4-BE49-F238E27FC236}">
                <a16:creationId xmlns:a16="http://schemas.microsoft.com/office/drawing/2014/main" id="{AF99A9A4-BE11-4263-A327-65F1A02D9C26}"/>
              </a:ext>
            </a:extLst>
          </p:cNvPr>
          <p:cNvSpPr>
            <a:spLocks xmlns:a="http://schemas.openxmlformats.org/drawingml/2006/main" noGrp="1"/>
          </p:cNvSpPr>
          <p:nvPr/>
        </p:nvSpPr>
        <p:spPr>
          <a:xfrm xmlns:a="http://schemas.openxmlformats.org/drawingml/2006/main">
            <a:off x="3105150" y="24003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22" name="">
            <a:extLst xmlns:a="http://schemas.openxmlformats.org/drawingml/2006/main">
              <a:ext uri="{FF2B5EF4-FFF2-40B4-BE49-F238E27FC236}">
                <a16:creationId xmlns:a16="http://schemas.microsoft.com/office/drawing/2014/main" id="{05C48201-B2EF-4BE8-89FB-5B70A9999418}"/>
              </a:ext>
            </a:extLst>
          </p:cNvPr>
          <p:cNvSpPr>
            <a:spLocks xmlns:a="http://schemas.openxmlformats.org/drawingml/2006/main" noGrp="1"/>
          </p:cNvSpPr>
          <p:nvPr/>
        </p:nvSpPr>
        <p:spPr>
          <a:xfrm xmlns:a="http://schemas.openxmlformats.org/drawingml/2006/main">
            <a:off x="3505200" y="24003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23" name="">
            <a:extLst xmlns:a="http://schemas.openxmlformats.org/drawingml/2006/main">
              <a:ext uri="{FF2B5EF4-FFF2-40B4-BE49-F238E27FC236}">
                <a16:creationId xmlns:a16="http://schemas.microsoft.com/office/drawing/2014/main" id="{907796A7-2080-44F2-B021-B8D668DCE26C}"/>
              </a:ext>
            </a:extLst>
          </p:cNvPr>
          <p:cNvSpPr>
            <a:spLocks xmlns:a="http://schemas.openxmlformats.org/drawingml/2006/main" noGrp="1"/>
          </p:cNvSpPr>
          <p:nvPr/>
        </p:nvSpPr>
        <p:spPr>
          <a:xfrm xmlns:a="http://schemas.openxmlformats.org/drawingml/2006/main">
            <a:off x="704850" y="28003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24" name="">
            <a:extLst xmlns:a="http://schemas.openxmlformats.org/drawingml/2006/main">
              <a:ext uri="{FF2B5EF4-FFF2-40B4-BE49-F238E27FC236}">
                <a16:creationId xmlns:a16="http://schemas.microsoft.com/office/drawing/2014/main" id="{5C55981C-8F99-4F53-A1AD-EABF6AC3D41A}"/>
              </a:ext>
            </a:extLst>
          </p:cNvPr>
          <p:cNvSpPr>
            <a:spLocks xmlns:a="http://schemas.openxmlformats.org/drawingml/2006/main" noGrp="1"/>
          </p:cNvSpPr>
          <p:nvPr/>
        </p:nvSpPr>
        <p:spPr>
          <a:xfrm xmlns:a="http://schemas.openxmlformats.org/drawingml/2006/main">
            <a:off x="1104900" y="28003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25" name="">
            <a:extLst xmlns:a="http://schemas.openxmlformats.org/drawingml/2006/main">
              <a:ext uri="{FF2B5EF4-FFF2-40B4-BE49-F238E27FC236}">
                <a16:creationId xmlns:a16="http://schemas.microsoft.com/office/drawing/2014/main" id="{5461DF45-66CE-41A0-894C-8B4FBE55C6DB}"/>
              </a:ext>
            </a:extLst>
          </p:cNvPr>
          <p:cNvSpPr>
            <a:spLocks xmlns:a="http://schemas.openxmlformats.org/drawingml/2006/main" noGrp="1"/>
          </p:cNvSpPr>
          <p:nvPr/>
        </p:nvSpPr>
        <p:spPr>
          <a:xfrm xmlns:a="http://schemas.openxmlformats.org/drawingml/2006/main">
            <a:off x="1504950" y="28003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26" name="">
            <a:extLst xmlns:a="http://schemas.openxmlformats.org/drawingml/2006/main">
              <a:ext uri="{FF2B5EF4-FFF2-40B4-BE49-F238E27FC236}">
                <a16:creationId xmlns:a16="http://schemas.microsoft.com/office/drawing/2014/main" id="{83C3F573-1258-4663-9803-0B2157CC3137}"/>
              </a:ext>
            </a:extLst>
          </p:cNvPr>
          <p:cNvSpPr>
            <a:spLocks xmlns:a="http://schemas.openxmlformats.org/drawingml/2006/main" noGrp="1"/>
          </p:cNvSpPr>
          <p:nvPr/>
        </p:nvSpPr>
        <p:spPr>
          <a:xfrm xmlns:a="http://schemas.openxmlformats.org/drawingml/2006/main">
            <a:off x="1905000" y="28003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27" name="">
            <a:extLst xmlns:a="http://schemas.openxmlformats.org/drawingml/2006/main">
              <a:ext uri="{FF2B5EF4-FFF2-40B4-BE49-F238E27FC236}">
                <a16:creationId xmlns:a16="http://schemas.microsoft.com/office/drawing/2014/main" id="{BD92CA7F-59F5-4289-806C-09F19796D0A1}"/>
              </a:ext>
            </a:extLst>
          </p:cNvPr>
          <p:cNvSpPr>
            <a:spLocks xmlns:a="http://schemas.openxmlformats.org/drawingml/2006/main" noGrp="1"/>
          </p:cNvSpPr>
          <p:nvPr/>
        </p:nvSpPr>
        <p:spPr>
          <a:xfrm xmlns:a="http://schemas.openxmlformats.org/drawingml/2006/main">
            <a:off x="2305050" y="28003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28" name="">
            <a:extLst xmlns:a="http://schemas.openxmlformats.org/drawingml/2006/main">
              <a:ext uri="{FF2B5EF4-FFF2-40B4-BE49-F238E27FC236}">
                <a16:creationId xmlns:a16="http://schemas.microsoft.com/office/drawing/2014/main" id="{B267D5A7-A48F-4079-A725-003CB3520F34}"/>
              </a:ext>
            </a:extLst>
          </p:cNvPr>
          <p:cNvSpPr>
            <a:spLocks xmlns:a="http://schemas.openxmlformats.org/drawingml/2006/main" noGrp="1"/>
          </p:cNvSpPr>
          <p:nvPr/>
        </p:nvSpPr>
        <p:spPr>
          <a:xfrm xmlns:a="http://schemas.openxmlformats.org/drawingml/2006/main">
            <a:off x="2705100" y="28003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29" name="">
            <a:extLst xmlns:a="http://schemas.openxmlformats.org/drawingml/2006/main">
              <a:ext uri="{FF2B5EF4-FFF2-40B4-BE49-F238E27FC236}">
                <a16:creationId xmlns:a16="http://schemas.microsoft.com/office/drawing/2014/main" id="{646893A3-E22F-4F4E-BB0C-88672E13C170}"/>
              </a:ext>
            </a:extLst>
          </p:cNvPr>
          <p:cNvSpPr>
            <a:spLocks xmlns:a="http://schemas.openxmlformats.org/drawingml/2006/main" noGrp="1"/>
          </p:cNvSpPr>
          <p:nvPr/>
        </p:nvSpPr>
        <p:spPr>
          <a:xfrm xmlns:a="http://schemas.openxmlformats.org/drawingml/2006/main">
            <a:off x="3105150" y="28003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30" name="">
            <a:extLst xmlns:a="http://schemas.openxmlformats.org/drawingml/2006/main">
              <a:ext uri="{FF2B5EF4-FFF2-40B4-BE49-F238E27FC236}">
                <a16:creationId xmlns:a16="http://schemas.microsoft.com/office/drawing/2014/main" id="{279CB125-7849-46FF-A1AF-C78E33B5AFA5}"/>
              </a:ext>
            </a:extLst>
          </p:cNvPr>
          <p:cNvSpPr>
            <a:spLocks xmlns:a="http://schemas.openxmlformats.org/drawingml/2006/main" noGrp="1"/>
          </p:cNvSpPr>
          <p:nvPr/>
        </p:nvSpPr>
        <p:spPr>
          <a:xfrm xmlns:a="http://schemas.openxmlformats.org/drawingml/2006/main">
            <a:off x="3505200" y="28003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31" name="">
            <a:extLst xmlns:a="http://schemas.openxmlformats.org/drawingml/2006/main">
              <a:ext uri="{FF2B5EF4-FFF2-40B4-BE49-F238E27FC236}">
                <a16:creationId xmlns:a16="http://schemas.microsoft.com/office/drawing/2014/main" id="{BA03C558-A039-464C-9ED3-93B27B5198D6}"/>
              </a:ext>
            </a:extLst>
          </p:cNvPr>
          <p:cNvSpPr>
            <a:spLocks xmlns:a="http://schemas.openxmlformats.org/drawingml/2006/main" noGrp="1"/>
          </p:cNvSpPr>
          <p:nvPr/>
        </p:nvSpPr>
        <p:spPr>
          <a:xfrm xmlns:a="http://schemas.openxmlformats.org/drawingml/2006/main">
            <a:off x="704850" y="32004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32" name="">
            <a:extLst xmlns:a="http://schemas.openxmlformats.org/drawingml/2006/main">
              <a:ext uri="{FF2B5EF4-FFF2-40B4-BE49-F238E27FC236}">
                <a16:creationId xmlns:a16="http://schemas.microsoft.com/office/drawing/2014/main" id="{9FE4C43E-9A2B-4231-BD1C-A99FFD1147EC}"/>
              </a:ext>
            </a:extLst>
          </p:cNvPr>
          <p:cNvSpPr>
            <a:spLocks xmlns:a="http://schemas.openxmlformats.org/drawingml/2006/main" noGrp="1"/>
          </p:cNvSpPr>
          <p:nvPr/>
        </p:nvSpPr>
        <p:spPr>
          <a:xfrm xmlns:a="http://schemas.openxmlformats.org/drawingml/2006/main">
            <a:off x="1104900" y="32004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33" name="">
            <a:extLst xmlns:a="http://schemas.openxmlformats.org/drawingml/2006/main">
              <a:ext uri="{FF2B5EF4-FFF2-40B4-BE49-F238E27FC236}">
                <a16:creationId xmlns:a16="http://schemas.microsoft.com/office/drawing/2014/main" id="{C0772268-DF82-4C27-A2AB-7DAE939FEAD1}"/>
              </a:ext>
            </a:extLst>
          </p:cNvPr>
          <p:cNvSpPr>
            <a:spLocks xmlns:a="http://schemas.openxmlformats.org/drawingml/2006/main" noGrp="1"/>
          </p:cNvSpPr>
          <p:nvPr/>
        </p:nvSpPr>
        <p:spPr>
          <a:xfrm xmlns:a="http://schemas.openxmlformats.org/drawingml/2006/main">
            <a:off x="1504950" y="32004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34" name="">
            <a:extLst xmlns:a="http://schemas.openxmlformats.org/drawingml/2006/main">
              <a:ext uri="{FF2B5EF4-FFF2-40B4-BE49-F238E27FC236}">
                <a16:creationId xmlns:a16="http://schemas.microsoft.com/office/drawing/2014/main" id="{7A957719-346F-498A-87CE-3044D7A9107E}"/>
              </a:ext>
            </a:extLst>
          </p:cNvPr>
          <p:cNvSpPr>
            <a:spLocks xmlns:a="http://schemas.openxmlformats.org/drawingml/2006/main" noGrp="1"/>
          </p:cNvSpPr>
          <p:nvPr/>
        </p:nvSpPr>
        <p:spPr>
          <a:xfrm xmlns:a="http://schemas.openxmlformats.org/drawingml/2006/main">
            <a:off x="1905000" y="32004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35" name="">
            <a:extLst xmlns:a="http://schemas.openxmlformats.org/drawingml/2006/main">
              <a:ext uri="{FF2B5EF4-FFF2-40B4-BE49-F238E27FC236}">
                <a16:creationId xmlns:a16="http://schemas.microsoft.com/office/drawing/2014/main" id="{0309D0D0-3846-41BF-A521-F491E169AB04}"/>
              </a:ext>
            </a:extLst>
          </p:cNvPr>
          <p:cNvSpPr>
            <a:spLocks xmlns:a="http://schemas.openxmlformats.org/drawingml/2006/main" noGrp="1"/>
          </p:cNvSpPr>
          <p:nvPr/>
        </p:nvSpPr>
        <p:spPr>
          <a:xfrm xmlns:a="http://schemas.openxmlformats.org/drawingml/2006/main">
            <a:off x="2305050" y="32004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36" name="">
            <a:extLst xmlns:a="http://schemas.openxmlformats.org/drawingml/2006/main">
              <a:ext uri="{FF2B5EF4-FFF2-40B4-BE49-F238E27FC236}">
                <a16:creationId xmlns:a16="http://schemas.microsoft.com/office/drawing/2014/main" id="{8D3AF3AC-EE4E-4F32-9EEF-5553932A4739}"/>
              </a:ext>
            </a:extLst>
          </p:cNvPr>
          <p:cNvSpPr>
            <a:spLocks xmlns:a="http://schemas.openxmlformats.org/drawingml/2006/main" noGrp="1"/>
          </p:cNvSpPr>
          <p:nvPr/>
        </p:nvSpPr>
        <p:spPr>
          <a:xfrm xmlns:a="http://schemas.openxmlformats.org/drawingml/2006/main">
            <a:off x="2705100" y="32004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37" name="">
            <a:extLst xmlns:a="http://schemas.openxmlformats.org/drawingml/2006/main">
              <a:ext uri="{FF2B5EF4-FFF2-40B4-BE49-F238E27FC236}">
                <a16:creationId xmlns:a16="http://schemas.microsoft.com/office/drawing/2014/main" id="{0F743E46-5DB4-4020-B5B9-144CF0C52373}"/>
              </a:ext>
            </a:extLst>
          </p:cNvPr>
          <p:cNvSpPr>
            <a:spLocks xmlns:a="http://schemas.openxmlformats.org/drawingml/2006/main" noGrp="1"/>
          </p:cNvSpPr>
          <p:nvPr/>
        </p:nvSpPr>
        <p:spPr>
          <a:xfrm xmlns:a="http://schemas.openxmlformats.org/drawingml/2006/main">
            <a:off x="3105150" y="32004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38" name="">
            <a:extLst xmlns:a="http://schemas.openxmlformats.org/drawingml/2006/main">
              <a:ext uri="{FF2B5EF4-FFF2-40B4-BE49-F238E27FC236}">
                <a16:creationId xmlns:a16="http://schemas.microsoft.com/office/drawing/2014/main" id="{2BCB6123-CEF1-4183-9605-E9DCAAEDC977}"/>
              </a:ext>
            </a:extLst>
          </p:cNvPr>
          <p:cNvSpPr>
            <a:spLocks xmlns:a="http://schemas.openxmlformats.org/drawingml/2006/main" noGrp="1"/>
          </p:cNvSpPr>
          <p:nvPr/>
        </p:nvSpPr>
        <p:spPr>
          <a:xfrm xmlns:a="http://schemas.openxmlformats.org/drawingml/2006/main">
            <a:off x="3505200" y="32004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39" name="">
            <a:extLst xmlns:a="http://schemas.openxmlformats.org/drawingml/2006/main">
              <a:ext uri="{FF2B5EF4-FFF2-40B4-BE49-F238E27FC236}">
                <a16:creationId xmlns:a16="http://schemas.microsoft.com/office/drawing/2014/main" id="{A9652AEC-9F67-4B69-AFEF-2AC3C246FB9D}"/>
              </a:ext>
            </a:extLst>
          </p:cNvPr>
          <p:cNvSpPr>
            <a:spLocks xmlns:a="http://schemas.openxmlformats.org/drawingml/2006/main" noGrp="1"/>
          </p:cNvSpPr>
          <p:nvPr/>
        </p:nvSpPr>
        <p:spPr>
          <a:xfrm xmlns:a="http://schemas.openxmlformats.org/drawingml/2006/main">
            <a:off x="704850" y="36004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40" name="">
            <a:extLst xmlns:a="http://schemas.openxmlformats.org/drawingml/2006/main">
              <a:ext uri="{FF2B5EF4-FFF2-40B4-BE49-F238E27FC236}">
                <a16:creationId xmlns:a16="http://schemas.microsoft.com/office/drawing/2014/main" id="{E16A5D0C-80EE-4FCC-ACFF-AD15FC9CFF21}"/>
              </a:ext>
            </a:extLst>
          </p:cNvPr>
          <p:cNvSpPr>
            <a:spLocks xmlns:a="http://schemas.openxmlformats.org/drawingml/2006/main" noGrp="1"/>
          </p:cNvSpPr>
          <p:nvPr/>
        </p:nvSpPr>
        <p:spPr>
          <a:xfrm xmlns:a="http://schemas.openxmlformats.org/drawingml/2006/main">
            <a:off x="1104900" y="36004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41" name="">
            <a:extLst xmlns:a="http://schemas.openxmlformats.org/drawingml/2006/main">
              <a:ext uri="{FF2B5EF4-FFF2-40B4-BE49-F238E27FC236}">
                <a16:creationId xmlns:a16="http://schemas.microsoft.com/office/drawing/2014/main" id="{F372A02C-F918-41FE-9403-42B73ABEF8F8}"/>
              </a:ext>
            </a:extLst>
          </p:cNvPr>
          <p:cNvSpPr>
            <a:spLocks xmlns:a="http://schemas.openxmlformats.org/drawingml/2006/main" noGrp="1"/>
          </p:cNvSpPr>
          <p:nvPr/>
        </p:nvSpPr>
        <p:spPr>
          <a:xfrm xmlns:a="http://schemas.openxmlformats.org/drawingml/2006/main">
            <a:off x="1504950" y="36004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42" name="">
            <a:extLst xmlns:a="http://schemas.openxmlformats.org/drawingml/2006/main">
              <a:ext uri="{FF2B5EF4-FFF2-40B4-BE49-F238E27FC236}">
                <a16:creationId xmlns:a16="http://schemas.microsoft.com/office/drawing/2014/main" id="{6A40E6E5-EEE9-492C-AE18-5C86DC02BDEE}"/>
              </a:ext>
            </a:extLst>
          </p:cNvPr>
          <p:cNvSpPr>
            <a:spLocks xmlns:a="http://schemas.openxmlformats.org/drawingml/2006/main" noGrp="1"/>
          </p:cNvSpPr>
          <p:nvPr/>
        </p:nvSpPr>
        <p:spPr>
          <a:xfrm xmlns:a="http://schemas.openxmlformats.org/drawingml/2006/main">
            <a:off x="1905000" y="36004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43" name="">
            <a:extLst xmlns:a="http://schemas.openxmlformats.org/drawingml/2006/main">
              <a:ext uri="{FF2B5EF4-FFF2-40B4-BE49-F238E27FC236}">
                <a16:creationId xmlns:a16="http://schemas.microsoft.com/office/drawing/2014/main" id="{E91624D0-88F3-4763-80B4-4D556466325D}"/>
              </a:ext>
            </a:extLst>
          </p:cNvPr>
          <p:cNvSpPr>
            <a:spLocks xmlns:a="http://schemas.openxmlformats.org/drawingml/2006/main" noGrp="1"/>
          </p:cNvSpPr>
          <p:nvPr/>
        </p:nvSpPr>
        <p:spPr>
          <a:xfrm xmlns:a="http://schemas.openxmlformats.org/drawingml/2006/main">
            <a:off x="2305050" y="36004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44" name="">
            <a:extLst xmlns:a="http://schemas.openxmlformats.org/drawingml/2006/main">
              <a:ext uri="{FF2B5EF4-FFF2-40B4-BE49-F238E27FC236}">
                <a16:creationId xmlns:a16="http://schemas.microsoft.com/office/drawing/2014/main" id="{BE5C5803-EF75-4EF6-8DE3-0412948B920C}"/>
              </a:ext>
            </a:extLst>
          </p:cNvPr>
          <p:cNvSpPr>
            <a:spLocks xmlns:a="http://schemas.openxmlformats.org/drawingml/2006/main" noGrp="1"/>
          </p:cNvSpPr>
          <p:nvPr/>
        </p:nvSpPr>
        <p:spPr>
          <a:xfrm xmlns:a="http://schemas.openxmlformats.org/drawingml/2006/main">
            <a:off x="2705100" y="36004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45" name="">
            <a:extLst xmlns:a="http://schemas.openxmlformats.org/drawingml/2006/main">
              <a:ext uri="{FF2B5EF4-FFF2-40B4-BE49-F238E27FC236}">
                <a16:creationId xmlns:a16="http://schemas.microsoft.com/office/drawing/2014/main" id="{5450CE02-2453-4AFA-8466-BCF265A9B72F}"/>
              </a:ext>
            </a:extLst>
          </p:cNvPr>
          <p:cNvSpPr>
            <a:spLocks xmlns:a="http://schemas.openxmlformats.org/drawingml/2006/main" noGrp="1"/>
          </p:cNvSpPr>
          <p:nvPr/>
        </p:nvSpPr>
        <p:spPr>
          <a:xfrm xmlns:a="http://schemas.openxmlformats.org/drawingml/2006/main">
            <a:off x="3105150" y="36004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46" name="">
            <a:extLst xmlns:a="http://schemas.openxmlformats.org/drawingml/2006/main">
              <a:ext uri="{FF2B5EF4-FFF2-40B4-BE49-F238E27FC236}">
                <a16:creationId xmlns:a16="http://schemas.microsoft.com/office/drawing/2014/main" id="{D5554877-9A73-4F8A-B875-C8CE54B36DFF}"/>
              </a:ext>
            </a:extLst>
          </p:cNvPr>
          <p:cNvSpPr>
            <a:spLocks xmlns:a="http://schemas.openxmlformats.org/drawingml/2006/main" noGrp="1"/>
          </p:cNvSpPr>
          <p:nvPr/>
        </p:nvSpPr>
        <p:spPr>
          <a:xfrm xmlns:a="http://schemas.openxmlformats.org/drawingml/2006/main">
            <a:off x="3505200" y="36004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47" name="">
            <a:extLst xmlns:a="http://schemas.openxmlformats.org/drawingml/2006/main">
              <a:ext uri="{FF2B5EF4-FFF2-40B4-BE49-F238E27FC236}">
                <a16:creationId xmlns:a16="http://schemas.microsoft.com/office/drawing/2014/main" id="{D9F2A10A-5420-40E6-A2D9-77F3F2B4CF14}"/>
              </a:ext>
            </a:extLst>
          </p:cNvPr>
          <p:cNvSpPr>
            <a:spLocks xmlns:a="http://schemas.openxmlformats.org/drawingml/2006/main" noGrp="1"/>
          </p:cNvSpPr>
          <p:nvPr/>
        </p:nvSpPr>
        <p:spPr>
          <a:xfrm xmlns:a="http://schemas.openxmlformats.org/drawingml/2006/main">
            <a:off x="704850" y="40005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48" name="">
            <a:extLst xmlns:a="http://schemas.openxmlformats.org/drawingml/2006/main">
              <a:ext uri="{FF2B5EF4-FFF2-40B4-BE49-F238E27FC236}">
                <a16:creationId xmlns:a16="http://schemas.microsoft.com/office/drawing/2014/main" id="{DF0920B2-61A8-41E2-A64A-B1458AD56302}"/>
              </a:ext>
            </a:extLst>
          </p:cNvPr>
          <p:cNvSpPr>
            <a:spLocks xmlns:a="http://schemas.openxmlformats.org/drawingml/2006/main" noGrp="1"/>
          </p:cNvSpPr>
          <p:nvPr/>
        </p:nvSpPr>
        <p:spPr>
          <a:xfrm xmlns:a="http://schemas.openxmlformats.org/drawingml/2006/main">
            <a:off x="1104900" y="40005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49" name="">
            <a:extLst xmlns:a="http://schemas.openxmlformats.org/drawingml/2006/main">
              <a:ext uri="{FF2B5EF4-FFF2-40B4-BE49-F238E27FC236}">
                <a16:creationId xmlns:a16="http://schemas.microsoft.com/office/drawing/2014/main" id="{C247FEEE-D6A1-4187-8049-AACFDDCE8B4F}"/>
              </a:ext>
            </a:extLst>
          </p:cNvPr>
          <p:cNvSpPr>
            <a:spLocks xmlns:a="http://schemas.openxmlformats.org/drawingml/2006/main" noGrp="1"/>
          </p:cNvSpPr>
          <p:nvPr/>
        </p:nvSpPr>
        <p:spPr>
          <a:xfrm xmlns:a="http://schemas.openxmlformats.org/drawingml/2006/main">
            <a:off x="1504950" y="40005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50" name="">
            <a:extLst xmlns:a="http://schemas.openxmlformats.org/drawingml/2006/main">
              <a:ext uri="{FF2B5EF4-FFF2-40B4-BE49-F238E27FC236}">
                <a16:creationId xmlns:a16="http://schemas.microsoft.com/office/drawing/2014/main" id="{CC8B3D24-A3C2-477E-9581-4476D47E62CB}"/>
              </a:ext>
            </a:extLst>
          </p:cNvPr>
          <p:cNvSpPr>
            <a:spLocks xmlns:a="http://schemas.openxmlformats.org/drawingml/2006/main" noGrp="1"/>
          </p:cNvSpPr>
          <p:nvPr/>
        </p:nvSpPr>
        <p:spPr>
          <a:xfrm xmlns:a="http://schemas.openxmlformats.org/drawingml/2006/main">
            <a:off x="1905000" y="40005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51" name="">
            <a:extLst xmlns:a="http://schemas.openxmlformats.org/drawingml/2006/main">
              <a:ext uri="{FF2B5EF4-FFF2-40B4-BE49-F238E27FC236}">
                <a16:creationId xmlns:a16="http://schemas.microsoft.com/office/drawing/2014/main" id="{716CCE05-A0F9-4F0D-A6D4-992A2F3A00A7}"/>
              </a:ext>
            </a:extLst>
          </p:cNvPr>
          <p:cNvSpPr>
            <a:spLocks xmlns:a="http://schemas.openxmlformats.org/drawingml/2006/main" noGrp="1"/>
          </p:cNvSpPr>
          <p:nvPr/>
        </p:nvSpPr>
        <p:spPr>
          <a:xfrm xmlns:a="http://schemas.openxmlformats.org/drawingml/2006/main">
            <a:off x="2305050" y="40005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52" name="">
            <a:extLst xmlns:a="http://schemas.openxmlformats.org/drawingml/2006/main">
              <a:ext uri="{FF2B5EF4-FFF2-40B4-BE49-F238E27FC236}">
                <a16:creationId xmlns:a16="http://schemas.microsoft.com/office/drawing/2014/main" id="{47A2BD49-56E1-4631-8588-7D7064F943EC}"/>
              </a:ext>
            </a:extLst>
          </p:cNvPr>
          <p:cNvSpPr>
            <a:spLocks xmlns:a="http://schemas.openxmlformats.org/drawingml/2006/main" noGrp="1"/>
          </p:cNvSpPr>
          <p:nvPr/>
        </p:nvSpPr>
        <p:spPr>
          <a:xfrm xmlns:a="http://schemas.openxmlformats.org/drawingml/2006/main">
            <a:off x="2705100" y="40005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53" name="">
            <a:extLst xmlns:a="http://schemas.openxmlformats.org/drawingml/2006/main">
              <a:ext uri="{FF2B5EF4-FFF2-40B4-BE49-F238E27FC236}">
                <a16:creationId xmlns:a16="http://schemas.microsoft.com/office/drawing/2014/main" id="{8C21B66D-5EAE-41CE-AC44-B0E268F03783}"/>
              </a:ext>
            </a:extLst>
          </p:cNvPr>
          <p:cNvSpPr>
            <a:spLocks xmlns:a="http://schemas.openxmlformats.org/drawingml/2006/main" noGrp="1"/>
          </p:cNvSpPr>
          <p:nvPr/>
        </p:nvSpPr>
        <p:spPr>
          <a:xfrm xmlns:a="http://schemas.openxmlformats.org/drawingml/2006/main">
            <a:off x="3105150" y="40005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54" name="">
            <a:extLst xmlns:a="http://schemas.openxmlformats.org/drawingml/2006/main">
              <a:ext uri="{FF2B5EF4-FFF2-40B4-BE49-F238E27FC236}">
                <a16:creationId xmlns:a16="http://schemas.microsoft.com/office/drawing/2014/main" id="{81B4B853-ED2A-46D0-B5A4-E2522183A826}"/>
              </a:ext>
            </a:extLst>
          </p:cNvPr>
          <p:cNvSpPr>
            <a:spLocks xmlns:a="http://schemas.openxmlformats.org/drawingml/2006/main" noGrp="1"/>
          </p:cNvSpPr>
          <p:nvPr/>
        </p:nvSpPr>
        <p:spPr>
          <a:xfrm xmlns:a="http://schemas.openxmlformats.org/drawingml/2006/main">
            <a:off x="3505200" y="40005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55" name="">
            <a:extLst xmlns:a="http://schemas.openxmlformats.org/drawingml/2006/main">
              <a:ext uri="{FF2B5EF4-FFF2-40B4-BE49-F238E27FC236}">
                <a16:creationId xmlns:a16="http://schemas.microsoft.com/office/drawing/2014/main" id="{BEAC660A-023E-4E27-8D74-09192CA849B0}"/>
              </a:ext>
            </a:extLst>
          </p:cNvPr>
          <p:cNvSpPr>
            <a:spLocks xmlns:a="http://schemas.openxmlformats.org/drawingml/2006/main" noGrp="1"/>
          </p:cNvSpPr>
          <p:nvPr/>
        </p:nvSpPr>
        <p:spPr>
          <a:xfrm xmlns:a="http://schemas.openxmlformats.org/drawingml/2006/main">
            <a:off x="704850" y="44005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56" name="">
            <a:extLst xmlns:a="http://schemas.openxmlformats.org/drawingml/2006/main">
              <a:ext uri="{FF2B5EF4-FFF2-40B4-BE49-F238E27FC236}">
                <a16:creationId xmlns:a16="http://schemas.microsoft.com/office/drawing/2014/main" id="{72468081-FA37-4EA2-9F7D-F4F7EA00D563}"/>
              </a:ext>
            </a:extLst>
          </p:cNvPr>
          <p:cNvSpPr>
            <a:spLocks xmlns:a="http://schemas.openxmlformats.org/drawingml/2006/main" noGrp="1"/>
          </p:cNvSpPr>
          <p:nvPr/>
        </p:nvSpPr>
        <p:spPr>
          <a:xfrm xmlns:a="http://schemas.openxmlformats.org/drawingml/2006/main">
            <a:off x="1104900" y="44005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57" name="">
            <a:extLst xmlns:a="http://schemas.openxmlformats.org/drawingml/2006/main">
              <a:ext uri="{FF2B5EF4-FFF2-40B4-BE49-F238E27FC236}">
                <a16:creationId xmlns:a16="http://schemas.microsoft.com/office/drawing/2014/main" id="{A73BDB44-F82B-4AD7-8417-6380386A8FEE}"/>
              </a:ext>
            </a:extLst>
          </p:cNvPr>
          <p:cNvSpPr>
            <a:spLocks xmlns:a="http://schemas.openxmlformats.org/drawingml/2006/main" noGrp="1"/>
          </p:cNvSpPr>
          <p:nvPr/>
        </p:nvSpPr>
        <p:spPr>
          <a:xfrm xmlns:a="http://schemas.openxmlformats.org/drawingml/2006/main">
            <a:off x="1504950" y="44005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58" name="">
            <a:extLst xmlns:a="http://schemas.openxmlformats.org/drawingml/2006/main">
              <a:ext uri="{FF2B5EF4-FFF2-40B4-BE49-F238E27FC236}">
                <a16:creationId xmlns:a16="http://schemas.microsoft.com/office/drawing/2014/main" id="{F83EF016-0098-4725-95E3-A53EDC39516B}"/>
              </a:ext>
            </a:extLst>
          </p:cNvPr>
          <p:cNvSpPr>
            <a:spLocks xmlns:a="http://schemas.openxmlformats.org/drawingml/2006/main" noGrp="1"/>
          </p:cNvSpPr>
          <p:nvPr/>
        </p:nvSpPr>
        <p:spPr>
          <a:xfrm xmlns:a="http://schemas.openxmlformats.org/drawingml/2006/main">
            <a:off x="1905000" y="44005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59" name="">
            <a:extLst xmlns:a="http://schemas.openxmlformats.org/drawingml/2006/main">
              <a:ext uri="{FF2B5EF4-FFF2-40B4-BE49-F238E27FC236}">
                <a16:creationId xmlns:a16="http://schemas.microsoft.com/office/drawing/2014/main" id="{146EFE5B-3017-40B3-9837-81B6E1B5092F}"/>
              </a:ext>
            </a:extLst>
          </p:cNvPr>
          <p:cNvSpPr>
            <a:spLocks xmlns:a="http://schemas.openxmlformats.org/drawingml/2006/main" noGrp="1"/>
          </p:cNvSpPr>
          <p:nvPr/>
        </p:nvSpPr>
        <p:spPr>
          <a:xfrm xmlns:a="http://schemas.openxmlformats.org/drawingml/2006/main">
            <a:off x="2305050" y="44005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60" name="">
            <a:extLst xmlns:a="http://schemas.openxmlformats.org/drawingml/2006/main">
              <a:ext uri="{FF2B5EF4-FFF2-40B4-BE49-F238E27FC236}">
                <a16:creationId xmlns:a16="http://schemas.microsoft.com/office/drawing/2014/main" id="{39808218-5F15-4887-8C78-681AF84E1AE0}"/>
              </a:ext>
            </a:extLst>
          </p:cNvPr>
          <p:cNvSpPr>
            <a:spLocks xmlns:a="http://schemas.openxmlformats.org/drawingml/2006/main" noGrp="1"/>
          </p:cNvSpPr>
          <p:nvPr/>
        </p:nvSpPr>
        <p:spPr>
          <a:xfrm xmlns:a="http://schemas.openxmlformats.org/drawingml/2006/main">
            <a:off x="2705100" y="44005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61" name="">
            <a:extLst xmlns:a="http://schemas.openxmlformats.org/drawingml/2006/main">
              <a:ext uri="{FF2B5EF4-FFF2-40B4-BE49-F238E27FC236}">
                <a16:creationId xmlns:a16="http://schemas.microsoft.com/office/drawing/2014/main" id="{88009497-64B3-4F37-A9EA-D0412BDFCDD2}"/>
              </a:ext>
            </a:extLst>
          </p:cNvPr>
          <p:cNvSpPr>
            <a:spLocks xmlns:a="http://schemas.openxmlformats.org/drawingml/2006/main" noGrp="1"/>
          </p:cNvSpPr>
          <p:nvPr/>
        </p:nvSpPr>
        <p:spPr>
          <a:xfrm xmlns:a="http://schemas.openxmlformats.org/drawingml/2006/main">
            <a:off x="3105150" y="44005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62" name="">
            <a:extLst xmlns:a="http://schemas.openxmlformats.org/drawingml/2006/main">
              <a:ext uri="{FF2B5EF4-FFF2-40B4-BE49-F238E27FC236}">
                <a16:creationId xmlns:a16="http://schemas.microsoft.com/office/drawing/2014/main" id="{F892CE20-92B1-493A-AB0C-BA4616B5DFFA}"/>
              </a:ext>
            </a:extLst>
          </p:cNvPr>
          <p:cNvSpPr>
            <a:spLocks xmlns:a="http://schemas.openxmlformats.org/drawingml/2006/main" noGrp="1"/>
          </p:cNvSpPr>
          <p:nvPr/>
        </p:nvSpPr>
        <p:spPr>
          <a:xfrm xmlns:a="http://schemas.openxmlformats.org/drawingml/2006/main">
            <a:off x="3505200" y="440055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63" name="">
            <a:extLst xmlns:a="http://schemas.openxmlformats.org/drawingml/2006/main">
              <a:ext uri="{FF2B5EF4-FFF2-40B4-BE49-F238E27FC236}">
                <a16:creationId xmlns:a16="http://schemas.microsoft.com/office/drawing/2014/main" id="{D1510EE8-AAEA-4BA6-A773-2067D14E9056}"/>
              </a:ext>
            </a:extLst>
          </p:cNvPr>
          <p:cNvSpPr>
            <a:spLocks xmlns:a="http://schemas.openxmlformats.org/drawingml/2006/main" noGrp="1"/>
          </p:cNvSpPr>
          <p:nvPr/>
        </p:nvSpPr>
        <p:spPr>
          <a:xfrm xmlns:a="http://schemas.openxmlformats.org/drawingml/2006/main">
            <a:off x="704850" y="48006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64" name="">
            <a:extLst xmlns:a="http://schemas.openxmlformats.org/drawingml/2006/main">
              <a:ext uri="{FF2B5EF4-FFF2-40B4-BE49-F238E27FC236}">
                <a16:creationId xmlns:a16="http://schemas.microsoft.com/office/drawing/2014/main" id="{9048471C-886A-4D42-B1D9-0B50FDC52F69}"/>
              </a:ext>
            </a:extLst>
          </p:cNvPr>
          <p:cNvSpPr>
            <a:spLocks xmlns:a="http://schemas.openxmlformats.org/drawingml/2006/main" noGrp="1"/>
          </p:cNvSpPr>
          <p:nvPr/>
        </p:nvSpPr>
        <p:spPr>
          <a:xfrm xmlns:a="http://schemas.openxmlformats.org/drawingml/2006/main">
            <a:off x="1104900" y="48006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65" name="">
            <a:extLst xmlns:a="http://schemas.openxmlformats.org/drawingml/2006/main">
              <a:ext uri="{FF2B5EF4-FFF2-40B4-BE49-F238E27FC236}">
                <a16:creationId xmlns:a16="http://schemas.microsoft.com/office/drawing/2014/main" id="{F93B1142-CCBB-4342-BB69-08BC4C41991F}"/>
              </a:ext>
            </a:extLst>
          </p:cNvPr>
          <p:cNvSpPr>
            <a:spLocks xmlns:a="http://schemas.openxmlformats.org/drawingml/2006/main" noGrp="1"/>
          </p:cNvSpPr>
          <p:nvPr/>
        </p:nvSpPr>
        <p:spPr>
          <a:xfrm xmlns:a="http://schemas.openxmlformats.org/drawingml/2006/main">
            <a:off x="1504950" y="48006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66" name="">
            <a:extLst xmlns:a="http://schemas.openxmlformats.org/drawingml/2006/main">
              <a:ext uri="{FF2B5EF4-FFF2-40B4-BE49-F238E27FC236}">
                <a16:creationId xmlns:a16="http://schemas.microsoft.com/office/drawing/2014/main" id="{1EBAE6C3-4CC1-4645-BD0E-19C826B836DD}"/>
              </a:ext>
            </a:extLst>
          </p:cNvPr>
          <p:cNvSpPr>
            <a:spLocks xmlns:a="http://schemas.openxmlformats.org/drawingml/2006/main" noGrp="1"/>
          </p:cNvSpPr>
          <p:nvPr/>
        </p:nvSpPr>
        <p:spPr>
          <a:xfrm xmlns:a="http://schemas.openxmlformats.org/drawingml/2006/main">
            <a:off x="1905000" y="48006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67" name="">
            <a:extLst xmlns:a="http://schemas.openxmlformats.org/drawingml/2006/main">
              <a:ext uri="{FF2B5EF4-FFF2-40B4-BE49-F238E27FC236}">
                <a16:creationId xmlns:a16="http://schemas.microsoft.com/office/drawing/2014/main" id="{FB025C61-65A5-4A0A-AFA6-A55DD8A940E3}"/>
              </a:ext>
            </a:extLst>
          </p:cNvPr>
          <p:cNvSpPr>
            <a:spLocks xmlns:a="http://schemas.openxmlformats.org/drawingml/2006/main" noGrp="1"/>
          </p:cNvSpPr>
          <p:nvPr/>
        </p:nvSpPr>
        <p:spPr>
          <a:xfrm xmlns:a="http://schemas.openxmlformats.org/drawingml/2006/main">
            <a:off x="2305050" y="48006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68" name="">
            <a:extLst xmlns:a="http://schemas.openxmlformats.org/drawingml/2006/main">
              <a:ext uri="{FF2B5EF4-FFF2-40B4-BE49-F238E27FC236}">
                <a16:creationId xmlns:a16="http://schemas.microsoft.com/office/drawing/2014/main" id="{52DFEAB3-62CA-4889-BEDA-6244F34E1FF7}"/>
              </a:ext>
            </a:extLst>
          </p:cNvPr>
          <p:cNvSpPr>
            <a:spLocks xmlns:a="http://schemas.openxmlformats.org/drawingml/2006/main" noGrp="1"/>
          </p:cNvSpPr>
          <p:nvPr/>
        </p:nvSpPr>
        <p:spPr>
          <a:xfrm xmlns:a="http://schemas.openxmlformats.org/drawingml/2006/main">
            <a:off x="2705100" y="48006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69" name="">
            <a:extLst xmlns:a="http://schemas.openxmlformats.org/drawingml/2006/main">
              <a:ext uri="{FF2B5EF4-FFF2-40B4-BE49-F238E27FC236}">
                <a16:creationId xmlns:a16="http://schemas.microsoft.com/office/drawing/2014/main" id="{59395644-8DE4-4725-BD54-AB5353DA6FCE}"/>
              </a:ext>
            </a:extLst>
          </p:cNvPr>
          <p:cNvSpPr>
            <a:spLocks xmlns:a="http://schemas.openxmlformats.org/drawingml/2006/main" noGrp="1"/>
          </p:cNvSpPr>
          <p:nvPr/>
        </p:nvSpPr>
        <p:spPr>
          <a:xfrm xmlns:a="http://schemas.openxmlformats.org/drawingml/2006/main">
            <a:off x="3105150" y="48006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70" name="">
            <a:extLst xmlns:a="http://schemas.openxmlformats.org/drawingml/2006/main">
              <a:ext uri="{FF2B5EF4-FFF2-40B4-BE49-F238E27FC236}">
                <a16:creationId xmlns:a16="http://schemas.microsoft.com/office/drawing/2014/main" id="{273CBF8D-3334-421A-A81F-105119414085}"/>
              </a:ext>
            </a:extLst>
          </p:cNvPr>
          <p:cNvSpPr>
            <a:spLocks xmlns:a="http://schemas.openxmlformats.org/drawingml/2006/main" noGrp="1"/>
          </p:cNvSpPr>
          <p:nvPr/>
        </p:nvSpPr>
        <p:spPr>
          <a:xfrm xmlns:a="http://schemas.openxmlformats.org/drawingml/2006/main">
            <a:off x="3505200" y="4800600"/>
            <a:ext cx="400050" cy="400050"/>
          </a:xfrm>
          <a:prstGeom xmlns:a="http://schemas.openxmlformats.org/drawingml/2006/main" prst="rect">
            <a:avLst/>
          </a:prstGeom>
          <a:solidFill xmlns:a="http://schemas.openxmlformats.org/drawingml/2006/main">
            <a:srgbClr val="2D6CDF"/>
          </a:solidFill>
          <a:ln xmlns:a="http://schemas.openxmlformats.org/drawingml/2006/main" w="9525">
            <a:solidFill>
              <a:srgbClr val="B9D1F5"/>
            </a:solidFill>
          </a:ln>
        </p:spPr>
      </p:sp>
      <p:sp>
        <p:nvSpPr>
          <p:cNvPr id="71" name="">
            <a:extLst xmlns:a="http://schemas.openxmlformats.org/drawingml/2006/main">
              <a:ext uri="{FF2B5EF4-FFF2-40B4-BE49-F238E27FC236}">
                <a16:creationId xmlns:a16="http://schemas.microsoft.com/office/drawing/2014/main" id="{792F32B1-A9A7-487B-B464-E4506DF17122}"/>
              </a:ext>
            </a:extLst>
          </p:cNvPr>
          <p:cNvSpPr>
            <a:spLocks xmlns:a="http://schemas.openxmlformats.org/drawingml/2006/main" noGrp="1"/>
          </p:cNvSpPr>
          <p:nvPr/>
        </p:nvSpPr>
        <p:spPr>
          <a:xfrm xmlns:a="http://schemas.openxmlformats.org/drawingml/2006/main">
            <a:off x="209550" y="31908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81"/>
          </a:bodyPr>
          <a:lstStyle xmlns:a="http://schemas.openxmlformats.org/drawingml/2006/main"/>
          <a:p xmlns:a="http://schemas.openxmlformats.org/drawingml/2006/main">
            <a:pPr>
              <a:defRPr sz="975" b="1">
                <a:solidFill>
                  <a:srgbClr val="5F7184"/>
                </a:solidFill>
                <a:latin typeface="Arial"/>
                <a:ea typeface="Arial"/>
                <a:cs typeface="Arial"/>
              </a:defRPr>
            </a:pPr>
            <a:r>
              <a:rPr sz="975" b="1">
                <a:solidFill>
                  <a:srgbClr val="5F7184"/>
                </a:solidFill>
                <a:latin typeface="Arial"/>
                <a:ea typeface="Arial"/>
                <a:cs typeface="Arial"/>
              </a:rPr>
              <a:t>Query</a:t>
            </a:r>
          </a:p>
        </p:txBody>
      </p:sp>
      <p:sp>
        <p:nvSpPr>
          <p:cNvPr id="72" name="">
            <a:extLst xmlns:a="http://schemas.openxmlformats.org/drawingml/2006/main">
              <a:ext uri="{FF2B5EF4-FFF2-40B4-BE49-F238E27FC236}">
                <a16:creationId xmlns:a16="http://schemas.microsoft.com/office/drawing/2014/main" id="{E5B11240-1807-4528-BDCA-B5D6F6B4DCB4}"/>
              </a:ext>
            </a:extLst>
          </p:cNvPr>
          <p:cNvSpPr>
            <a:spLocks xmlns:a="http://schemas.openxmlformats.org/drawingml/2006/main" noGrp="1"/>
          </p:cNvSpPr>
          <p:nvPr/>
        </p:nvSpPr>
        <p:spPr>
          <a:xfrm xmlns:a="http://schemas.openxmlformats.org/drawingml/2006/main">
            <a:off x="1885950" y="16573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5F7184"/>
                </a:solidFill>
                <a:latin typeface="Arial"/>
                <a:ea typeface="Arial"/>
                <a:cs typeface="Arial"/>
              </a:defRPr>
            </a:pPr>
            <a:r>
              <a:rPr sz="975" b="1">
                <a:solidFill>
                  <a:srgbClr val="5F7184"/>
                </a:solidFill>
                <a:latin typeface="Arial"/>
                <a:ea typeface="Arial"/>
                <a:cs typeface="Arial"/>
              </a:rPr>
              <a:t>Key</a:t>
            </a:r>
          </a:p>
        </p:txBody>
      </p:sp>
      <p:sp>
        <p:nvSpPr>
          <p:cNvPr id="73" name="">
            <a:extLst xmlns:a="http://schemas.openxmlformats.org/drawingml/2006/main">
              <a:ext uri="{FF2B5EF4-FFF2-40B4-BE49-F238E27FC236}">
                <a16:creationId xmlns:a16="http://schemas.microsoft.com/office/drawing/2014/main" id="{E994B47C-B393-463D-ADFC-518A8FBFFE30}"/>
              </a:ext>
            </a:extLst>
          </p:cNvPr>
          <p:cNvSpPr>
            <a:spLocks xmlns:a="http://schemas.openxmlformats.org/drawingml/2006/main" noGrp="1"/>
          </p:cNvSpPr>
          <p:nvPr/>
        </p:nvSpPr>
        <p:spPr>
          <a:xfrm xmlns:a="http://schemas.openxmlformats.org/drawingml/2006/main">
            <a:off x="628650" y="534352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5F7184"/>
                </a:solidFill>
                <a:latin typeface="Arial"/>
                <a:ea typeface="Arial"/>
                <a:cs typeface="Arial"/>
              </a:defRPr>
            </a:pPr>
            <a:r>
              <a:rPr sz="1200" b="0">
                <a:solidFill>
                  <a:srgbClr val="5F7184"/>
                </a:solidFill>
                <a:latin typeface="Arial"/>
                <a:ea typeface="Arial"/>
                <a:cs typeface="Arial"/>
              </a:rPr>
              <a:t>Mỗi token so khớp với mọi token</a:t>
            </a:r>
          </a:p>
        </p:txBody>
      </p:sp>
      <p:sp>
        <p:nvSpPr>
          <p:cNvPr id="74" name="">
            <a:extLst xmlns:a="http://schemas.openxmlformats.org/drawingml/2006/main">
              <a:ext uri="{FF2B5EF4-FFF2-40B4-BE49-F238E27FC236}">
                <a16:creationId xmlns:a16="http://schemas.microsoft.com/office/drawing/2014/main" id="{F2EC101F-2F6F-44D0-B5E2-9C4B440A6B73}"/>
              </a:ext>
            </a:extLst>
          </p:cNvPr>
          <p:cNvSpPr>
            <a:spLocks xmlns:a="http://schemas.openxmlformats.org/drawingml/2006/main" noGrp="1"/>
          </p:cNvSpPr>
          <p:nvPr/>
        </p:nvSpPr>
        <p:spPr>
          <a:xfrm xmlns:a="http://schemas.openxmlformats.org/drawingml/2006/main">
            <a:off x="4619625" y="168592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0B1F33"/>
                </a:solidFill>
                <a:latin typeface="Arial"/>
                <a:ea typeface="Arial"/>
                <a:cs typeface="Arial"/>
              </a:defRPr>
            </a:pPr>
            <a:r>
              <a:rPr sz="1650" b="1">
                <a:solidFill>
                  <a:srgbClr val="0B1F33"/>
                </a:solidFill>
                <a:latin typeface="Arial"/>
                <a:ea typeface="Arial"/>
                <a:cs typeface="Arial"/>
              </a:rPr>
              <a:t>Số điểm Attention cho mỗi head</a:t>
            </a:r>
          </a:p>
        </p:txBody>
      </p:sp>
      <p:sp>
        <p:nvSpPr>
          <p:cNvPr id="75" name="">
            <a:extLst xmlns:a="http://schemas.openxmlformats.org/drawingml/2006/main">
              <a:ext uri="{FF2B5EF4-FFF2-40B4-BE49-F238E27FC236}">
                <a16:creationId xmlns:a16="http://schemas.microsoft.com/office/drawing/2014/main" id="{8C536E9E-DA21-43CA-8707-608FA27D5B1A}"/>
              </a:ext>
            </a:extLst>
          </p:cNvPr>
          <p:cNvSpPr>
            <a:spLocks xmlns:a="http://schemas.openxmlformats.org/drawingml/2006/main" noGrp="1"/>
          </p:cNvSpPr>
          <p:nvPr/>
        </p:nvSpPr>
        <p:spPr>
          <a:xfrm xmlns:a="http://schemas.openxmlformats.org/drawingml/2006/main">
            <a:off x="4619625" y="23622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1.000 token</a:t>
            </a:r>
          </a:p>
        </p:txBody>
      </p:sp>
      <p:sp>
        <p:nvSpPr>
          <p:cNvPr id="76" name="">
            <a:extLst xmlns:a="http://schemas.openxmlformats.org/drawingml/2006/main">
              <a:ext uri="{FF2B5EF4-FFF2-40B4-BE49-F238E27FC236}">
                <a16:creationId xmlns:a16="http://schemas.microsoft.com/office/drawing/2014/main" id="{1273503A-E7D8-45BC-A1C2-3CA09F917EBA}"/>
              </a:ext>
            </a:extLst>
          </p:cNvPr>
          <p:cNvSpPr>
            <a:spLocks xmlns:a="http://schemas.openxmlformats.org/drawingml/2006/main" noGrp="1"/>
          </p:cNvSpPr>
          <p:nvPr/>
        </p:nvSpPr>
        <p:spPr>
          <a:xfrm xmlns:a="http://schemas.openxmlformats.org/drawingml/2006/main">
            <a:off x="6334125" y="2362200"/>
            <a:ext cx="1333500" cy="323850"/>
          </a:xfrm>
          <a:prstGeom xmlns:a="http://schemas.openxmlformats.org/drawingml/2006/main" prst="roundRect">
            <a:avLst>
              <a:gd name="adj" fmla="val 23529"/>
            </a:avLst>
          </a:prstGeom>
          <a:solidFill xmlns:a="http://schemas.openxmlformats.org/drawingml/2006/main">
            <a:srgbClr val="0B9E9A"/>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43BC6A35-AD87-4D22-8341-8115EEA4CD94}"/>
              </a:ext>
            </a:extLst>
          </p:cNvPr>
          <p:cNvSpPr>
            <a:spLocks xmlns:a="http://schemas.openxmlformats.org/drawingml/2006/main" noGrp="1"/>
          </p:cNvSpPr>
          <p:nvPr/>
        </p:nvSpPr>
        <p:spPr>
          <a:xfrm xmlns:a="http://schemas.openxmlformats.org/drawingml/2006/main">
            <a:off x="6477000" y="27813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0B9E9A"/>
                </a:solidFill>
                <a:latin typeface="Arial"/>
                <a:ea typeface="Arial"/>
                <a:cs typeface="Arial"/>
              </a:defRPr>
            </a:pPr>
            <a:r>
              <a:rPr sz="1425" b="1">
                <a:solidFill>
                  <a:srgbClr val="0B9E9A"/>
                </a:solidFill>
                <a:latin typeface="Arial"/>
                <a:ea typeface="Arial"/>
                <a:cs typeface="Arial"/>
              </a:rPr>
              <a:t>1 triệu điểm</a:t>
            </a:r>
          </a:p>
        </p:txBody>
      </p:sp>
      <p:sp>
        <p:nvSpPr>
          <p:cNvPr id="78" name="">
            <a:extLst xmlns:a="http://schemas.openxmlformats.org/drawingml/2006/main">
              <a:ext uri="{FF2B5EF4-FFF2-40B4-BE49-F238E27FC236}">
                <a16:creationId xmlns:a16="http://schemas.microsoft.com/office/drawing/2014/main" id="{BBEE6F16-F502-472D-B2B1-DC47F33D8229}"/>
              </a:ext>
            </a:extLst>
          </p:cNvPr>
          <p:cNvSpPr>
            <a:spLocks xmlns:a="http://schemas.openxmlformats.org/drawingml/2006/main" noGrp="1"/>
          </p:cNvSpPr>
          <p:nvPr/>
        </p:nvSpPr>
        <p:spPr>
          <a:xfrm xmlns:a="http://schemas.openxmlformats.org/drawingml/2006/main">
            <a:off x="4619625" y="35623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10.000 token</a:t>
            </a:r>
          </a:p>
        </p:txBody>
      </p:sp>
      <p:sp>
        <p:nvSpPr>
          <p:cNvPr id="79" name="">
            <a:extLst xmlns:a="http://schemas.openxmlformats.org/drawingml/2006/main">
              <a:ext uri="{FF2B5EF4-FFF2-40B4-BE49-F238E27FC236}">
                <a16:creationId xmlns:a16="http://schemas.microsoft.com/office/drawing/2014/main" id="{A52BB72F-9770-4FA4-88AF-1E9CB720423B}"/>
              </a:ext>
            </a:extLst>
          </p:cNvPr>
          <p:cNvSpPr>
            <a:spLocks xmlns:a="http://schemas.openxmlformats.org/drawingml/2006/main" noGrp="1"/>
          </p:cNvSpPr>
          <p:nvPr/>
        </p:nvSpPr>
        <p:spPr>
          <a:xfrm xmlns:a="http://schemas.openxmlformats.org/drawingml/2006/main">
            <a:off x="6334125" y="3562350"/>
            <a:ext cx="4476750" cy="323850"/>
          </a:xfrm>
          <a:prstGeom xmlns:a="http://schemas.openxmlformats.org/drawingml/2006/main" prst="roundRect">
            <a:avLst>
              <a:gd name="adj" fmla="val 23529"/>
            </a:avLst>
          </a:prstGeom>
          <a:solidFill xmlns:a="http://schemas.openxmlformats.org/drawingml/2006/main">
            <a:srgbClr val="F28C28"/>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3EAD7AEB-E809-4823-973B-5A56C0DC9F4D}"/>
              </a:ext>
            </a:extLst>
          </p:cNvPr>
          <p:cNvSpPr>
            <a:spLocks xmlns:a="http://schemas.openxmlformats.org/drawingml/2006/main" noGrp="1"/>
          </p:cNvSpPr>
          <p:nvPr/>
        </p:nvSpPr>
        <p:spPr>
          <a:xfrm xmlns:a="http://schemas.openxmlformats.org/drawingml/2006/main">
            <a:off x="6477000" y="39814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F28C28"/>
                </a:solidFill>
                <a:latin typeface="Arial"/>
                <a:ea typeface="Arial"/>
                <a:cs typeface="Arial"/>
              </a:defRPr>
            </a:pPr>
            <a:r>
              <a:rPr sz="1425" b="1">
                <a:solidFill>
                  <a:srgbClr val="F28C28"/>
                </a:solidFill>
                <a:latin typeface="Arial"/>
                <a:ea typeface="Arial"/>
                <a:cs typeface="Arial"/>
              </a:rPr>
              <a:t>100 triệu điểm</a:t>
            </a:r>
          </a:p>
        </p:txBody>
      </p:sp>
      <p:sp>
        <p:nvSpPr>
          <p:cNvPr id="81" name="">
            <a:extLst xmlns:a="http://schemas.openxmlformats.org/drawingml/2006/main">
              <a:ext uri="{FF2B5EF4-FFF2-40B4-BE49-F238E27FC236}">
                <a16:creationId xmlns:a16="http://schemas.microsoft.com/office/drawing/2014/main" id="{A9388688-11C1-4D87-98F4-2B88BF8B60E3}"/>
              </a:ext>
            </a:extLst>
          </p:cNvPr>
          <p:cNvSpPr>
            <a:spLocks xmlns:a="http://schemas.openxmlformats.org/drawingml/2006/main" noGrp="1"/>
          </p:cNvSpPr>
          <p:nvPr/>
        </p:nvSpPr>
        <p:spPr>
          <a:xfrm xmlns:a="http://schemas.openxmlformats.org/drawingml/2006/main">
            <a:off x="4619625" y="4791075"/>
            <a:ext cx="6334125"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9050">
            <a:solidFill>
              <a:srgbClr val="D7E1EA"/>
            </a:solidFill>
          </a:ln>
        </p:spPr>
      </p:sp>
      <p:sp>
        <p:nvSpPr>
          <p:cNvPr id="82" name="">
            <a:extLst xmlns:a="http://schemas.openxmlformats.org/drawingml/2006/main">
              <a:ext uri="{FF2B5EF4-FFF2-40B4-BE49-F238E27FC236}">
                <a16:creationId xmlns:a16="http://schemas.microsoft.com/office/drawing/2014/main" id="{C696301E-92D7-4218-B1FD-74B9DF19C18D}"/>
              </a:ext>
            </a:extLst>
          </p:cNvPr>
          <p:cNvSpPr>
            <a:spLocks xmlns:a="http://schemas.openxmlformats.org/drawingml/2006/main" noGrp="1"/>
          </p:cNvSpPr>
          <p:nvPr/>
        </p:nvSpPr>
        <p:spPr>
          <a:xfrm xmlns:a="http://schemas.openxmlformats.org/drawingml/2006/main">
            <a:off x="4905375" y="49625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Tăng độ dài chuỗi 10 lần</a:t>
            </a:r>
          </a:p>
        </p:txBody>
      </p:sp>
      <p:sp>
        <p:nvSpPr>
          <p:cNvPr id="83" name="">
            <a:extLst xmlns:a="http://schemas.openxmlformats.org/drawingml/2006/main">
              <a:ext uri="{FF2B5EF4-FFF2-40B4-BE49-F238E27FC236}">
                <a16:creationId xmlns:a16="http://schemas.microsoft.com/office/drawing/2014/main" id="{B82AEAA5-497B-4F09-9F58-76FC5B43ACB6}"/>
              </a:ext>
            </a:extLst>
          </p:cNvPr>
          <p:cNvSpPr>
            <a:spLocks xmlns:a="http://schemas.openxmlformats.org/drawingml/2006/main" noGrp="1"/>
          </p:cNvSpPr>
          <p:nvPr/>
        </p:nvSpPr>
        <p:spPr>
          <a:xfrm xmlns:a="http://schemas.openxmlformats.org/drawingml/2006/main">
            <a:off x="4905375" y="527685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000"/>
          </a:bodyPr>
          <a:lstStyle xmlns:a="http://schemas.openxmlformats.org/drawingml/2006/main"/>
          <a:p xmlns:a="http://schemas.openxmlformats.org/drawingml/2006/main">
            <a:pPr>
              <a:defRPr sz="1875" b="1">
                <a:solidFill>
                  <a:srgbClr val="E65B4B"/>
                </a:solidFill>
                <a:latin typeface="Arial"/>
                <a:ea typeface="Arial"/>
                <a:cs typeface="Arial"/>
              </a:defRPr>
            </a:pPr>
            <a:r>
              <a:rPr sz="1875" b="1">
                <a:solidFill>
                  <a:srgbClr val="E65B4B"/>
                </a:solidFill>
                <a:latin typeface="Arial"/>
                <a:ea typeface="Arial"/>
                <a:cs typeface="Arial"/>
              </a:rPr>
              <a:t>số điểm Attention tăng 100 lần</a:t>
            </a:r>
          </a:p>
        </p:txBody>
      </p:sp>
      <p:sp>
        <p:nvSpPr>
          <p:cNvPr id="84" name="">
            <a:extLst xmlns:a="http://schemas.openxmlformats.org/drawingml/2006/main">
              <a:ext uri="{FF2B5EF4-FFF2-40B4-BE49-F238E27FC236}">
                <a16:creationId xmlns:a16="http://schemas.microsoft.com/office/drawing/2014/main" id="{F57D783F-2987-4F32-94CE-086FA127874D}"/>
              </a:ext>
            </a:extLst>
          </p:cNvPr>
          <p:cNvSpPr>
            <a:spLocks xmlns:a="http://schemas.openxmlformats.org/drawingml/2006/main" noGrp="1"/>
          </p:cNvSpPr>
          <p:nvPr/>
        </p:nvSpPr>
        <p:spPr>
          <a:xfrm xmlns:a="http://schemas.openxmlformats.org/drawingml/2006/main">
            <a:off x="9953625" y="5124450"/>
            <a:ext cx="838200" cy="323850"/>
          </a:xfrm>
          <a:prstGeom xmlns:a="http://schemas.openxmlformats.org/drawingml/2006/main" prst="roundRect">
            <a:avLst>
              <a:gd name="adj" fmla="val 23529"/>
            </a:avLst>
          </a:prstGeom>
          <a:solidFill xmlns:a="http://schemas.openxmlformats.org/drawingml/2006/main">
            <a:srgbClr val="E65B4B"/>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385D36C9-9DC4-4477-970B-0DAACBE69A2A}"/>
              </a:ext>
            </a:extLst>
          </p:cNvPr>
          <p:cNvSpPr>
            <a:spLocks xmlns:a="http://schemas.openxmlformats.org/drawingml/2006/main" noGrp="1"/>
          </p:cNvSpPr>
          <p:nvPr/>
        </p:nvSpPr>
        <p:spPr>
          <a:xfrm xmlns:a="http://schemas.openxmlformats.org/drawingml/2006/main">
            <a:off x="10029825" y="512445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FFFFFF"/>
                </a:solidFill>
                <a:latin typeface="Arial"/>
                <a:ea typeface="Arial"/>
                <a:cs typeface="Arial"/>
              </a:defRPr>
            </a:pPr>
            <a:r>
              <a:rPr sz="1050" b="1">
                <a:solidFill>
                  <a:srgbClr val="FFFFFF"/>
                </a:solidFill>
                <a:latin typeface="Arial"/>
                <a:ea typeface="Arial"/>
                <a:cs typeface="Arial"/>
              </a:rPr>
              <a:t>O(n²)</a:t>
            </a:r>
          </a:p>
        </p:txBody>
      </p:sp>
    </p:spTree>
    <p:extLst>
      <p:ext uri="{BB962C8B-B14F-4D97-AF65-F5344CB8AC3E}">
        <p14:creationId xmlns:p14="http://schemas.microsoft.com/office/powerpoint/2010/main" val="156976910"/>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DADC8C1-E89A-4D21-A605-81B1A3B74C8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9E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A345D5-55E1-4D0F-97D4-2159C42F4426}"/>
              </a:ext>
            </a:extLst>
          </p:cNvPr>
          <p:cNvSpPr>
            <a:spLocks xmlns:a="http://schemas.openxmlformats.org/drawingml/2006/main" noGrp="1"/>
          </p:cNvSpPr>
          <p:nvPr/>
        </p:nvSpPr>
        <p:spPr>
          <a:xfrm xmlns:a="http://schemas.openxmlformats.org/drawingml/2006/main">
            <a:off x="533400" y="2571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B9E9A"/>
                </a:solidFill>
                <a:latin typeface="Arial"/>
                <a:ea typeface="Arial"/>
                <a:cs typeface="Arial"/>
              </a:defRPr>
            </a:pPr>
            <a:r>
              <a:rPr sz="900" b="1">
                <a:solidFill>
                  <a:srgbClr val="0B9E9A"/>
                </a:solidFill>
                <a:latin typeface="Arial"/>
                <a:ea typeface="Arial"/>
                <a:cs typeface="Arial"/>
              </a:rPr>
              <a:t>TRANSFORMER · LONG CONTEXT</a:t>
            </a:r>
          </a:p>
        </p:txBody>
      </p:sp>
      <p:sp>
        <p:nvSpPr>
          <p:cNvPr id="3" name="">
            <a:extLst xmlns:a="http://schemas.openxmlformats.org/drawingml/2006/main">
              <a:ext uri="{FF2B5EF4-FFF2-40B4-BE49-F238E27FC236}">
                <a16:creationId xmlns:a16="http://schemas.microsoft.com/office/drawing/2014/main" id="{2209094F-DFDE-4CDB-B9DE-83428C0FA050}"/>
              </a:ext>
            </a:extLst>
          </p:cNvPr>
          <p:cNvSpPr>
            <a:spLocks xmlns:a="http://schemas.openxmlformats.org/drawingml/2006/main" noGrp="1"/>
          </p:cNvSpPr>
          <p:nvPr/>
        </p:nvSpPr>
        <p:spPr>
          <a:xfrm xmlns:a="http://schemas.openxmlformats.org/drawingml/2006/main">
            <a:off x="533400" y="5429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0B1F33"/>
                </a:solidFill>
                <a:latin typeface="Arial"/>
                <a:ea typeface="Arial"/>
                <a:cs typeface="Arial"/>
              </a:defRPr>
            </a:pPr>
            <a:r>
              <a:rPr sz="2325" b="1">
                <a:solidFill>
                  <a:srgbClr val="0B1F33"/>
                </a:solidFill>
                <a:latin typeface="Arial"/>
                <a:ea typeface="Arial"/>
                <a:cs typeface="Arial"/>
              </a:rPr>
              <a:t>Hai nút thắt: phép tính và di chuyển dữ liệu</a:t>
            </a:r>
          </a:p>
        </p:txBody>
      </p:sp>
      <p:sp>
        <p:nvSpPr>
          <p:cNvPr id="4" name="">
            <a:extLst xmlns:a="http://schemas.openxmlformats.org/drawingml/2006/main">
              <a:ext uri="{FF2B5EF4-FFF2-40B4-BE49-F238E27FC236}">
                <a16:creationId xmlns:a16="http://schemas.microsoft.com/office/drawing/2014/main" id="{2B286D6D-DCA3-48AC-9378-EE9408D82366}"/>
              </a:ext>
            </a:extLst>
          </p:cNvPr>
          <p:cNvSpPr>
            <a:spLocks xmlns:a="http://schemas.openxmlformats.org/drawingml/2006/main" noGrp="1"/>
          </p:cNvSpPr>
          <p:nvPr/>
        </p:nvSpPr>
        <p:spPr>
          <a:xfrm xmlns:a="http://schemas.openxmlformats.org/drawingml/2006/main">
            <a:off x="533400" y="6467475"/>
            <a:ext cx="11125200" cy="19050"/>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8D0332A-4F9E-47C8-84CE-36AE6FA332BF}"/>
              </a:ext>
            </a:extLst>
          </p:cNvPr>
          <p:cNvSpPr>
            <a:spLocks xmlns:a="http://schemas.openxmlformats.org/drawingml/2006/main" noGrp="1"/>
          </p:cNvSpPr>
          <p:nvPr/>
        </p:nvSpPr>
        <p:spPr>
          <a:xfrm xmlns:a="http://schemas.openxmlformats.org/drawingml/2006/main">
            <a:off x="10810875" y="6515100"/>
            <a:ext cx="8477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F7184"/>
                </a:solidFill>
                <a:latin typeface="Arial"/>
                <a:ea typeface="Arial"/>
                <a:cs typeface="Arial"/>
              </a:defRPr>
            </a:pPr>
            <a:r>
              <a:rPr sz="750" b="0">
                <a:solidFill>
                  <a:srgbClr val="5F7184"/>
                </a:solidFill>
                <a:latin typeface="Arial"/>
                <a:ea typeface="Arial"/>
                <a:cs typeface="Arial"/>
              </a:rPr>
              <a:t>03 / 09</a:t>
            </a:r>
          </a:p>
        </p:txBody>
      </p:sp>
      <p:sp>
        <p:nvSpPr>
          <p:cNvPr id="6" name="">
            <a:extLst xmlns:a="http://schemas.openxmlformats.org/drawingml/2006/main">
              <a:ext uri="{FF2B5EF4-FFF2-40B4-BE49-F238E27FC236}">
                <a16:creationId xmlns:a16="http://schemas.microsoft.com/office/drawing/2014/main" id="{E55516B3-53E7-46FF-BE1A-18C8C7EE028F}"/>
              </a:ext>
            </a:extLst>
          </p:cNvPr>
          <p:cNvSpPr>
            <a:spLocks xmlns:a="http://schemas.openxmlformats.org/drawingml/2006/main" noGrp="1"/>
          </p:cNvSpPr>
          <p:nvPr/>
        </p:nvSpPr>
        <p:spPr>
          <a:xfrm xmlns:a="http://schemas.openxmlformats.org/drawingml/2006/main">
            <a:off x="533400" y="11620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5F7184"/>
                </a:solidFill>
                <a:latin typeface="Arial"/>
                <a:ea typeface="Arial"/>
                <a:cs typeface="Arial"/>
              </a:defRPr>
            </a:pPr>
            <a:r>
              <a:rPr sz="1575" b="0">
                <a:solidFill>
                  <a:srgbClr val="5F7184"/>
                </a:solidFill>
                <a:latin typeface="Arial"/>
                <a:ea typeface="Arial"/>
                <a:cs typeface="Arial"/>
              </a:rPr>
              <a:t>Một phép Attention có thể chậm vì GPU phải tính quá nhiều hoặc phải chuyển quá nhiều dữ liệu.</a:t>
            </a:r>
          </a:p>
        </p:txBody>
      </p:sp>
      <p:sp>
        <p:nvSpPr>
          <p:cNvPr id="7" name="">
            <a:extLst xmlns:a="http://schemas.openxmlformats.org/drawingml/2006/main">
              <a:ext uri="{FF2B5EF4-FFF2-40B4-BE49-F238E27FC236}">
                <a16:creationId xmlns:a16="http://schemas.microsoft.com/office/drawing/2014/main" id="{249F0B05-7238-4B99-9D53-EFF3811D8F0B}"/>
              </a:ext>
            </a:extLst>
          </p:cNvPr>
          <p:cNvSpPr>
            <a:spLocks xmlns:a="http://schemas.openxmlformats.org/drawingml/2006/main" noGrp="1"/>
          </p:cNvSpPr>
          <p:nvPr/>
        </p:nvSpPr>
        <p:spPr>
          <a:xfrm xmlns:a="http://schemas.openxmlformats.org/drawingml/2006/main">
            <a:off x="676275" y="1952625"/>
            <a:ext cx="552450" cy="552450"/>
          </a:xfrm>
          <a:prstGeom xmlns:a="http://schemas.openxmlformats.org/drawingml/2006/main" prst="rect">
            <a:avLst/>
          </a:prstGeom>
          <a:solidFill xmlns:a="http://schemas.openxmlformats.org/drawingml/2006/main">
            <a:srgbClr val="2D6CD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D3CF9801-DF72-44C4-B23F-720BC0465475}"/>
              </a:ext>
            </a:extLst>
          </p:cNvPr>
          <p:cNvSpPr>
            <a:spLocks xmlns:a="http://schemas.openxmlformats.org/drawingml/2006/main" noGrp="1"/>
          </p:cNvSpPr>
          <p:nvPr/>
        </p:nvSpPr>
        <p:spPr>
          <a:xfrm xmlns:a="http://schemas.openxmlformats.org/drawingml/2006/main">
            <a:off x="1400175" y="1952625"/>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2D6CDF"/>
                </a:solidFill>
                <a:latin typeface="Arial"/>
                <a:ea typeface="Arial"/>
                <a:cs typeface="Arial"/>
              </a:defRPr>
            </a:pPr>
            <a:r>
              <a:rPr sz="1575" b="1">
                <a:solidFill>
                  <a:srgbClr val="2D6CDF"/>
                </a:solidFill>
                <a:latin typeface="Arial"/>
                <a:ea typeface="Arial"/>
                <a:cs typeface="Arial"/>
              </a:rPr>
              <a:t>PHÉP TÍNH</a:t>
            </a:r>
          </a:p>
        </p:txBody>
      </p:sp>
      <p:sp>
        <p:nvSpPr>
          <p:cNvPr id="9" name="">
            <a:extLst xmlns:a="http://schemas.openxmlformats.org/drawingml/2006/main">
              <a:ext uri="{FF2B5EF4-FFF2-40B4-BE49-F238E27FC236}">
                <a16:creationId xmlns:a16="http://schemas.microsoft.com/office/drawing/2014/main" id="{94A901B0-FE58-41D9-BBF7-AC78CBB9E321}"/>
              </a:ext>
            </a:extLst>
          </p:cNvPr>
          <p:cNvSpPr>
            <a:spLocks xmlns:a="http://schemas.openxmlformats.org/drawingml/2006/main" noGrp="1"/>
          </p:cNvSpPr>
          <p:nvPr/>
        </p:nvSpPr>
        <p:spPr>
          <a:xfrm xmlns:a="http://schemas.openxmlformats.org/drawingml/2006/main">
            <a:off x="1400175" y="2381250"/>
            <a:ext cx="381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QKᵀ so khớp từng cặp token</a:t>
            </a:r>
          </a:p>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AV tổng hợp thông tin từ mọi token</a:t>
            </a:r>
          </a:p>
        </p:txBody>
      </p:sp>
      <p:sp>
        <p:nvSpPr>
          <p:cNvPr id="10" name="">
            <a:extLst xmlns:a="http://schemas.openxmlformats.org/drawingml/2006/main">
              <a:ext uri="{FF2B5EF4-FFF2-40B4-BE49-F238E27FC236}">
                <a16:creationId xmlns:a16="http://schemas.microsoft.com/office/drawing/2014/main" id="{70A62C13-A227-486E-AEA4-306BA9888A7F}"/>
              </a:ext>
            </a:extLst>
          </p:cNvPr>
          <p:cNvSpPr>
            <a:spLocks xmlns:a="http://schemas.openxmlformats.org/drawingml/2006/main" noGrp="1"/>
          </p:cNvSpPr>
          <p:nvPr/>
        </p:nvSpPr>
        <p:spPr>
          <a:xfrm xmlns:a="http://schemas.openxmlformats.org/drawingml/2006/main">
            <a:off x="666750" y="3476625"/>
            <a:ext cx="4476750" cy="38100"/>
          </a:xfrm>
          <a:prstGeom xmlns:a="http://schemas.openxmlformats.org/drawingml/2006/main" prst="rect">
            <a:avLst/>
          </a:prstGeom>
          <a:solidFill xmlns:a="http://schemas.openxmlformats.org/drawingml/2006/main">
            <a:srgbClr val="2D6CD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4942484-7555-4976-90DE-C38B448885D2}"/>
              </a:ext>
            </a:extLst>
          </p:cNvPr>
          <p:cNvSpPr>
            <a:spLocks xmlns:a="http://schemas.openxmlformats.org/drawingml/2006/main" noGrp="1"/>
          </p:cNvSpPr>
          <p:nvPr/>
        </p:nvSpPr>
        <p:spPr>
          <a:xfrm xmlns:a="http://schemas.openxmlformats.org/drawingml/2006/main">
            <a:off x="742950" y="3676650"/>
            <a:ext cx="457200" cy="457200"/>
          </a:xfrm>
          <a:prstGeom xmlns:a="http://schemas.openxmlformats.org/drawingml/2006/main" prst="rect">
            <a:avLst/>
          </a:prstGeom>
          <a:solidFill xmlns:a="http://schemas.openxmlformats.org/drawingml/2006/main">
            <a:srgbClr val="2D6CD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D880227-937D-42FC-8E40-03F2B539B266}"/>
              </a:ext>
            </a:extLst>
          </p:cNvPr>
          <p:cNvSpPr>
            <a:spLocks xmlns:a="http://schemas.openxmlformats.org/drawingml/2006/main" noGrp="1"/>
          </p:cNvSpPr>
          <p:nvPr/>
        </p:nvSpPr>
        <p:spPr>
          <a:xfrm xmlns:a="http://schemas.openxmlformats.org/drawingml/2006/main">
            <a:off x="1333500" y="3676650"/>
            <a:ext cx="457200" cy="457200"/>
          </a:xfrm>
          <a:prstGeom xmlns:a="http://schemas.openxmlformats.org/drawingml/2006/main" prst="rect">
            <a:avLst/>
          </a:prstGeom>
          <a:solidFill xmlns:a="http://schemas.openxmlformats.org/drawingml/2006/main">
            <a:srgbClr val="2D6CD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6D16A08-76E0-4D3C-A73B-8FD0516F485A}"/>
              </a:ext>
            </a:extLst>
          </p:cNvPr>
          <p:cNvSpPr>
            <a:spLocks xmlns:a="http://schemas.openxmlformats.org/drawingml/2006/main" noGrp="1"/>
          </p:cNvSpPr>
          <p:nvPr/>
        </p:nvSpPr>
        <p:spPr>
          <a:xfrm xmlns:a="http://schemas.openxmlformats.org/drawingml/2006/main">
            <a:off x="1924050" y="3676650"/>
            <a:ext cx="457200" cy="457200"/>
          </a:xfrm>
          <a:prstGeom xmlns:a="http://schemas.openxmlformats.org/drawingml/2006/main" prst="rect">
            <a:avLst/>
          </a:prstGeom>
          <a:solidFill xmlns:a="http://schemas.openxmlformats.org/drawingml/2006/main">
            <a:srgbClr val="2D6CD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0CD3BBE-4EEF-4442-8634-9400E34487AB}"/>
              </a:ext>
            </a:extLst>
          </p:cNvPr>
          <p:cNvSpPr>
            <a:spLocks xmlns:a="http://schemas.openxmlformats.org/drawingml/2006/main" noGrp="1"/>
          </p:cNvSpPr>
          <p:nvPr/>
        </p:nvSpPr>
        <p:spPr>
          <a:xfrm xmlns:a="http://schemas.openxmlformats.org/drawingml/2006/main">
            <a:off x="2514600" y="3676650"/>
            <a:ext cx="457200" cy="457200"/>
          </a:xfrm>
          <a:prstGeom xmlns:a="http://schemas.openxmlformats.org/drawingml/2006/main" prst="rect">
            <a:avLst/>
          </a:prstGeom>
          <a:solidFill xmlns:a="http://schemas.openxmlformats.org/drawingml/2006/main">
            <a:srgbClr val="2D6CD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6C5C1F3-93F1-457D-BC99-D54C83A02088}"/>
              </a:ext>
            </a:extLst>
          </p:cNvPr>
          <p:cNvSpPr>
            <a:spLocks xmlns:a="http://schemas.openxmlformats.org/drawingml/2006/main" noGrp="1"/>
          </p:cNvSpPr>
          <p:nvPr/>
        </p:nvSpPr>
        <p:spPr>
          <a:xfrm xmlns:a="http://schemas.openxmlformats.org/drawingml/2006/main">
            <a:off x="3105150" y="3676650"/>
            <a:ext cx="457200" cy="457200"/>
          </a:xfrm>
          <a:prstGeom xmlns:a="http://schemas.openxmlformats.org/drawingml/2006/main" prst="rect">
            <a:avLst/>
          </a:prstGeom>
          <a:solidFill xmlns:a="http://schemas.openxmlformats.org/drawingml/2006/main">
            <a:srgbClr val="2D6CD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1E802BD-DC67-4D56-B566-BA2D49FEF3AA}"/>
              </a:ext>
            </a:extLst>
          </p:cNvPr>
          <p:cNvSpPr>
            <a:spLocks xmlns:a="http://schemas.openxmlformats.org/drawingml/2006/main" noGrp="1"/>
          </p:cNvSpPr>
          <p:nvPr/>
        </p:nvSpPr>
        <p:spPr>
          <a:xfrm xmlns:a="http://schemas.openxmlformats.org/drawingml/2006/main">
            <a:off x="3695700" y="3676650"/>
            <a:ext cx="457200" cy="457200"/>
          </a:xfrm>
          <a:prstGeom xmlns:a="http://schemas.openxmlformats.org/drawingml/2006/main" prst="rect">
            <a:avLst/>
          </a:prstGeom>
          <a:solidFill xmlns:a="http://schemas.openxmlformats.org/drawingml/2006/main">
            <a:srgbClr val="77A8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8F5598A-B672-4009-A28F-41917C145EAB}"/>
              </a:ext>
            </a:extLst>
          </p:cNvPr>
          <p:cNvSpPr>
            <a:spLocks xmlns:a="http://schemas.openxmlformats.org/drawingml/2006/main" noGrp="1"/>
          </p:cNvSpPr>
          <p:nvPr/>
        </p:nvSpPr>
        <p:spPr>
          <a:xfrm xmlns:a="http://schemas.openxmlformats.org/drawingml/2006/main">
            <a:off x="4286250" y="3676650"/>
            <a:ext cx="457200" cy="457200"/>
          </a:xfrm>
          <a:prstGeom xmlns:a="http://schemas.openxmlformats.org/drawingml/2006/main" prst="rect">
            <a:avLst/>
          </a:prstGeom>
          <a:solidFill xmlns:a="http://schemas.openxmlformats.org/drawingml/2006/main">
            <a:srgbClr val="77A8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E312E97-A742-455B-8193-7939C61698C5}"/>
              </a:ext>
            </a:extLst>
          </p:cNvPr>
          <p:cNvSpPr>
            <a:spLocks xmlns:a="http://schemas.openxmlformats.org/drawingml/2006/main" noGrp="1"/>
          </p:cNvSpPr>
          <p:nvPr/>
        </p:nvSpPr>
        <p:spPr>
          <a:xfrm xmlns:a="http://schemas.openxmlformats.org/drawingml/2006/main">
            <a:off x="742950" y="42576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defRPr sz="1425" b="1">
                <a:solidFill>
                  <a:srgbClr val="2D6CDF"/>
                </a:solidFill>
                <a:latin typeface="Arial"/>
                <a:ea typeface="Arial"/>
                <a:cs typeface="Arial"/>
              </a:defRPr>
            </a:pPr>
            <a:r>
              <a:rPr sz="1425" b="1">
                <a:solidFill>
                  <a:srgbClr val="2D6CDF"/>
                </a:solidFill>
                <a:latin typeface="Arial"/>
                <a:ea typeface="Arial"/>
                <a:cs typeface="Arial"/>
              </a:rPr>
              <a:t>Số ô cần tính tăng theo n²</a:t>
            </a:r>
          </a:p>
        </p:txBody>
      </p:sp>
      <p:sp>
        <p:nvSpPr>
          <p:cNvPr id="19" name="">
            <a:extLst xmlns:a="http://schemas.openxmlformats.org/drawingml/2006/main">
              <a:ext uri="{FF2B5EF4-FFF2-40B4-BE49-F238E27FC236}">
                <a16:creationId xmlns:a16="http://schemas.microsoft.com/office/drawing/2014/main" id="{319FB696-9530-4D2D-80A4-DD37D76F3C9C}"/>
              </a:ext>
            </a:extLst>
          </p:cNvPr>
          <p:cNvSpPr>
            <a:spLocks xmlns:a="http://schemas.openxmlformats.org/drawingml/2006/main" noGrp="1"/>
          </p:cNvSpPr>
          <p:nvPr/>
        </p:nvSpPr>
        <p:spPr>
          <a:xfrm xmlns:a="http://schemas.openxmlformats.org/drawingml/2006/main">
            <a:off x="6372225" y="1952625"/>
            <a:ext cx="552450" cy="552450"/>
          </a:xfrm>
          <a:prstGeom xmlns:a="http://schemas.openxmlformats.org/drawingml/2006/main" prst="rect">
            <a:avLst/>
          </a:prstGeom>
          <a:solidFill xmlns:a="http://schemas.openxmlformats.org/drawingml/2006/main">
            <a:srgbClr val="0B9E9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0A85608B-7DD5-4A3D-A95A-93D6471C5275}"/>
              </a:ext>
            </a:extLst>
          </p:cNvPr>
          <p:cNvSpPr>
            <a:spLocks xmlns:a="http://schemas.openxmlformats.org/drawingml/2006/main" noGrp="1"/>
          </p:cNvSpPr>
          <p:nvPr/>
        </p:nvSpPr>
        <p:spPr>
          <a:xfrm xmlns:a="http://schemas.openxmlformats.org/drawingml/2006/main">
            <a:off x="7096125" y="19526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0B9E9A"/>
                </a:solidFill>
                <a:latin typeface="Arial"/>
                <a:ea typeface="Arial"/>
                <a:cs typeface="Arial"/>
              </a:defRPr>
            </a:pPr>
            <a:r>
              <a:rPr sz="1575" b="1">
                <a:solidFill>
                  <a:srgbClr val="0B9E9A"/>
                </a:solidFill>
                <a:latin typeface="Arial"/>
                <a:ea typeface="Arial"/>
                <a:cs typeface="Arial"/>
              </a:rPr>
              <a:t>BỘ NHỚ VÀ I/O</a:t>
            </a:r>
          </a:p>
        </p:txBody>
      </p:sp>
      <p:sp>
        <p:nvSpPr>
          <p:cNvPr id="21" name="">
            <a:extLst xmlns:a="http://schemas.openxmlformats.org/drawingml/2006/main">
              <a:ext uri="{FF2B5EF4-FFF2-40B4-BE49-F238E27FC236}">
                <a16:creationId xmlns:a16="http://schemas.microsoft.com/office/drawing/2014/main" id="{756D355F-7DB4-4AFB-9B61-4273B11CD5E8}"/>
              </a:ext>
            </a:extLst>
          </p:cNvPr>
          <p:cNvSpPr>
            <a:spLocks xmlns:a="http://schemas.openxmlformats.org/drawingml/2006/main" noGrp="1"/>
          </p:cNvSpPr>
          <p:nvPr/>
        </p:nvSpPr>
        <p:spPr>
          <a:xfrm xmlns:a="http://schemas.openxmlformats.org/drawingml/2006/main">
            <a:off x="7096125" y="2381250"/>
            <a:ext cx="428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92"/>
          </a:bodyPr>
          <a:lstStyle xmlns:a="http://schemas.openxmlformats.org/drawingml/2006/main"/>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Attention thông thường có thể ghi S và A ra HBM</a:t>
            </a:r>
          </a:p>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Việc đọc/ghi thường chậm hơn phép toán trong SRAM</a:t>
            </a:r>
          </a:p>
        </p:txBody>
      </p:sp>
      <p:sp>
        <p:nvSpPr>
          <p:cNvPr id="22" name="">
            <a:extLst xmlns:a="http://schemas.openxmlformats.org/drawingml/2006/main">
              <a:ext uri="{FF2B5EF4-FFF2-40B4-BE49-F238E27FC236}">
                <a16:creationId xmlns:a16="http://schemas.microsoft.com/office/drawing/2014/main" id="{8E110228-6332-48B7-BB0F-AEAF14E0006F}"/>
              </a:ext>
            </a:extLst>
          </p:cNvPr>
          <p:cNvSpPr>
            <a:spLocks xmlns:a="http://schemas.openxmlformats.org/drawingml/2006/main" noGrp="1"/>
          </p:cNvSpPr>
          <p:nvPr/>
        </p:nvSpPr>
        <p:spPr>
          <a:xfrm xmlns:a="http://schemas.openxmlformats.org/drawingml/2006/main">
            <a:off x="6610350" y="3581400"/>
            <a:ext cx="2000250" cy="819150"/>
          </a:xfrm>
          <a:prstGeom xmlns:a="http://schemas.openxmlformats.org/drawingml/2006/main" prst="roundRect">
            <a:avLst>
              <a:gd name="adj" fmla="val 9302"/>
            </a:avLst>
          </a:prstGeom>
          <a:solidFill xmlns:a="http://schemas.openxmlformats.org/drawingml/2006/main">
            <a:srgbClr val="DDE8F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59DB4DD-D715-4695-9378-0BC0F8802170}"/>
              </a:ext>
            </a:extLst>
          </p:cNvPr>
          <p:cNvSpPr>
            <a:spLocks xmlns:a="http://schemas.openxmlformats.org/drawingml/2006/main" noGrp="1"/>
          </p:cNvSpPr>
          <p:nvPr/>
        </p:nvSpPr>
        <p:spPr>
          <a:xfrm xmlns:a="http://schemas.openxmlformats.org/drawingml/2006/main">
            <a:off x="6762750" y="3667125"/>
            <a:ext cx="169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23"/>
          </a:bodyPr>
          <a:lstStyle xmlns:a="http://schemas.openxmlformats.org/drawingml/2006/main"/>
          <a:p xmlns:a="http://schemas.openxmlformats.org/drawingml/2006/main">
            <a:pPr>
              <a:defRPr sz="1350" b="1">
                <a:solidFill>
                  <a:srgbClr val="0B1F33"/>
                </a:solidFill>
                <a:latin typeface="Arial"/>
                <a:ea typeface="Arial"/>
                <a:cs typeface="Arial"/>
              </a:defRPr>
            </a:pPr>
            <a:r>
              <a:rPr sz="1350" b="1">
                <a:solidFill>
                  <a:srgbClr val="0B1F33"/>
                </a:solidFill>
                <a:latin typeface="Arial"/>
                <a:ea typeface="Arial"/>
                <a:cs typeface="Arial"/>
              </a:rPr>
              <a:t>HBM</a:t>
            </a:r>
          </a:p>
          <a:p xmlns:a="http://schemas.openxmlformats.org/drawingml/2006/main">
            <a:pPr>
              <a:defRPr sz="1350" b="1">
                <a:solidFill>
                  <a:srgbClr val="0B1F33"/>
                </a:solidFill>
                <a:latin typeface="Arial"/>
                <a:ea typeface="Arial"/>
                <a:cs typeface="Arial"/>
              </a:defRPr>
            </a:pPr>
            <a:r>
              <a:rPr sz="1350" b="1">
                <a:solidFill>
                  <a:srgbClr val="0B1F33"/>
                </a:solidFill>
                <a:latin typeface="Arial"/>
                <a:ea typeface="Arial"/>
                <a:cs typeface="Arial"/>
              </a:rPr>
              <a:t>Dung lượng lớn, chậm hơn</a:t>
            </a:r>
          </a:p>
        </p:txBody>
      </p:sp>
      <p:sp>
        <p:nvSpPr>
          <p:cNvPr id="24" name="">
            <a:extLst xmlns:a="http://schemas.openxmlformats.org/drawingml/2006/main">
              <a:ext uri="{FF2B5EF4-FFF2-40B4-BE49-F238E27FC236}">
                <a16:creationId xmlns:a16="http://schemas.microsoft.com/office/drawing/2014/main" id="{23FA6CC6-DFFF-4086-8309-EE19A94A0EC7}"/>
              </a:ext>
            </a:extLst>
          </p:cNvPr>
          <p:cNvSpPr>
            <a:spLocks xmlns:a="http://schemas.openxmlformats.org/drawingml/2006/main" noGrp="1"/>
          </p:cNvSpPr>
          <p:nvPr/>
        </p:nvSpPr>
        <p:spPr>
          <a:xfrm xmlns:a="http://schemas.openxmlformats.org/drawingml/2006/main">
            <a:off x="8620125" y="3952875"/>
            <a:ext cx="895350" cy="762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091B270-A41F-4A4C-A3D8-E854A36AE6B7}"/>
              </a:ext>
            </a:extLst>
          </p:cNvPr>
          <p:cNvSpPr>
            <a:spLocks xmlns:a="http://schemas.openxmlformats.org/drawingml/2006/main" noGrp="1"/>
          </p:cNvSpPr>
          <p:nvPr/>
        </p:nvSpPr>
        <p:spPr>
          <a:xfrm xmlns:a="http://schemas.openxmlformats.org/drawingml/2006/main">
            <a:off x="9505950" y="3581400"/>
            <a:ext cx="2000250" cy="819150"/>
          </a:xfrm>
          <a:prstGeom xmlns:a="http://schemas.openxmlformats.org/drawingml/2006/main" prst="roundRect">
            <a:avLst>
              <a:gd name="adj" fmla="val 9302"/>
            </a:avLst>
          </a:prstGeom>
          <a:solidFill xmlns:a="http://schemas.openxmlformats.org/drawingml/2006/main">
            <a:srgbClr val="DDF5F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0C39548-31DD-4660-BCFD-7329BABF680B}"/>
              </a:ext>
            </a:extLst>
          </p:cNvPr>
          <p:cNvSpPr>
            <a:spLocks xmlns:a="http://schemas.openxmlformats.org/drawingml/2006/main" noGrp="1"/>
          </p:cNvSpPr>
          <p:nvPr/>
        </p:nvSpPr>
        <p:spPr>
          <a:xfrm xmlns:a="http://schemas.openxmlformats.org/drawingml/2006/main">
            <a:off x="9658350" y="3667125"/>
            <a:ext cx="169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0B9E9A"/>
                </a:solidFill>
                <a:latin typeface="Arial"/>
                <a:ea typeface="Arial"/>
                <a:cs typeface="Arial"/>
              </a:defRPr>
            </a:pPr>
            <a:r>
              <a:rPr sz="1350" b="1">
                <a:solidFill>
                  <a:srgbClr val="0B9E9A"/>
                </a:solidFill>
                <a:latin typeface="Arial"/>
                <a:ea typeface="Arial"/>
                <a:cs typeface="Arial"/>
              </a:rPr>
              <a:t>SRAM</a:t>
            </a:r>
          </a:p>
          <a:p xmlns:a="http://schemas.openxmlformats.org/drawingml/2006/main">
            <a:pPr>
              <a:defRPr sz="1350" b="1">
                <a:solidFill>
                  <a:srgbClr val="0B9E9A"/>
                </a:solidFill>
                <a:latin typeface="Arial"/>
                <a:ea typeface="Arial"/>
                <a:cs typeface="Arial"/>
              </a:defRPr>
            </a:pPr>
            <a:r>
              <a:rPr sz="1350" b="1">
                <a:solidFill>
                  <a:srgbClr val="0B9E9A"/>
                </a:solidFill>
                <a:latin typeface="Arial"/>
                <a:ea typeface="Arial"/>
                <a:cs typeface="Arial"/>
              </a:rPr>
              <a:t>Nhỏ, rất nhanh</a:t>
            </a:r>
          </a:p>
        </p:txBody>
      </p:sp>
      <p:sp>
        <p:nvSpPr>
          <p:cNvPr id="27" name="">
            <a:extLst xmlns:a="http://schemas.openxmlformats.org/drawingml/2006/main">
              <a:ext uri="{FF2B5EF4-FFF2-40B4-BE49-F238E27FC236}">
                <a16:creationId xmlns:a16="http://schemas.microsoft.com/office/drawing/2014/main" id="{ABCDD9FC-8545-48FC-A701-7ABCCF5489D3}"/>
              </a:ext>
            </a:extLst>
          </p:cNvPr>
          <p:cNvSpPr>
            <a:spLocks xmlns:a="http://schemas.openxmlformats.org/drawingml/2006/main" noGrp="1"/>
          </p:cNvSpPr>
          <p:nvPr/>
        </p:nvSpPr>
        <p:spPr>
          <a:xfrm xmlns:a="http://schemas.openxmlformats.org/drawingml/2006/main">
            <a:off x="533400" y="5219700"/>
            <a:ext cx="11125200" cy="742950"/>
          </a:xfrm>
          <a:prstGeom xmlns:a="http://schemas.openxmlformats.org/drawingml/2006/main" prst="roundRect">
            <a:avLst>
              <a:gd name="adj" fmla="val 10256"/>
            </a:avLst>
          </a:prstGeom>
          <a:solidFill xmlns:a="http://schemas.openxmlformats.org/drawingml/2006/main">
            <a:srgbClr val="0B1F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CF7A1D4-C5F3-489E-94B7-A65C78DF5574}"/>
              </a:ext>
            </a:extLst>
          </p:cNvPr>
          <p:cNvSpPr>
            <a:spLocks xmlns:a="http://schemas.openxmlformats.org/drawingml/2006/main" noGrp="1"/>
          </p:cNvSpPr>
          <p:nvPr/>
        </p:nvSpPr>
        <p:spPr>
          <a:xfrm xmlns:a="http://schemas.openxmlformats.org/drawingml/2006/main">
            <a:off x="819150" y="5391150"/>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72D5CF"/>
                </a:solidFill>
                <a:latin typeface="Arial"/>
                <a:ea typeface="Arial"/>
                <a:cs typeface="Arial"/>
              </a:defRPr>
            </a:pPr>
            <a:r>
              <a:rPr sz="1650" b="1">
                <a:solidFill>
                  <a:srgbClr val="72D5CF"/>
                </a:solidFill>
                <a:latin typeface="Arial"/>
                <a:ea typeface="Arial"/>
                <a:cs typeface="Arial"/>
              </a:rPr>
              <a:t>Longformer giảm số điểm cần tính</a:t>
            </a:r>
          </a:p>
        </p:txBody>
      </p:sp>
      <p:sp>
        <p:nvSpPr>
          <p:cNvPr id="29" name="">
            <a:extLst xmlns:a="http://schemas.openxmlformats.org/drawingml/2006/main">
              <a:ext uri="{FF2B5EF4-FFF2-40B4-BE49-F238E27FC236}">
                <a16:creationId xmlns:a16="http://schemas.microsoft.com/office/drawing/2014/main" id="{56440040-85B8-4389-9E8B-0EC72F12C807}"/>
              </a:ext>
            </a:extLst>
          </p:cNvPr>
          <p:cNvSpPr>
            <a:spLocks xmlns:a="http://schemas.openxmlformats.org/drawingml/2006/main" noGrp="1"/>
          </p:cNvSpPr>
          <p:nvPr/>
        </p:nvSpPr>
        <p:spPr>
          <a:xfrm xmlns:a="http://schemas.openxmlformats.org/drawingml/2006/main">
            <a:off x="6000750" y="5324475"/>
            <a:ext cx="19050" cy="533400"/>
          </a:xfrm>
          <a:prstGeom xmlns:a="http://schemas.openxmlformats.org/drawingml/2006/main" prst="rect">
            <a:avLst/>
          </a:prstGeom>
          <a:solidFill xmlns:a="http://schemas.openxmlformats.org/drawingml/2006/main">
            <a:srgbClr val="496176"/>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66CEE82-6D69-479F-9A49-DD03E6B2181C}"/>
              </a:ext>
            </a:extLst>
          </p:cNvPr>
          <p:cNvSpPr>
            <a:spLocks xmlns:a="http://schemas.openxmlformats.org/drawingml/2006/main" noGrp="1"/>
          </p:cNvSpPr>
          <p:nvPr/>
        </p:nvSpPr>
        <p:spPr>
          <a:xfrm xmlns:a="http://schemas.openxmlformats.org/drawingml/2006/main">
            <a:off x="6381750" y="53911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FFC078"/>
                </a:solidFill>
                <a:latin typeface="Arial"/>
                <a:ea typeface="Arial"/>
                <a:cs typeface="Arial"/>
              </a:defRPr>
            </a:pPr>
            <a:r>
              <a:rPr sz="1650" b="1">
                <a:solidFill>
                  <a:srgbClr val="FFC078"/>
                </a:solidFill>
                <a:latin typeface="Arial"/>
                <a:ea typeface="Arial"/>
                <a:cs typeface="Arial"/>
              </a:rPr>
              <a:t>FlashAttention giảm dữ liệu trung gian và I/O</a:t>
            </a:r>
          </a:p>
        </p:txBody>
      </p:sp>
    </p:spTree>
    <p:extLst>
      <p:ext uri="{BB962C8B-B14F-4D97-AF65-F5344CB8AC3E}">
        <p14:creationId xmlns:p14="http://schemas.microsoft.com/office/powerpoint/2010/main" val="796366626"/>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70" name="">
            <a:extLst xmlns:a="http://schemas.openxmlformats.org/drawingml/2006/main">
              <a:ext uri="{FF2B5EF4-FFF2-40B4-BE49-F238E27FC236}">
                <a16:creationId xmlns:a16="http://schemas.microsoft.com/office/drawing/2014/main" id="{B59D1493-3DB6-4A1C-AD0C-693333B8515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9E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9AC03C-C87C-4EBD-AB26-87702CA52FC7}"/>
              </a:ext>
            </a:extLst>
          </p:cNvPr>
          <p:cNvSpPr>
            <a:spLocks xmlns:a="http://schemas.openxmlformats.org/drawingml/2006/main" noGrp="1"/>
          </p:cNvSpPr>
          <p:nvPr/>
        </p:nvSpPr>
        <p:spPr>
          <a:xfrm xmlns:a="http://schemas.openxmlformats.org/drawingml/2006/main">
            <a:off x="533400" y="2571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B9E9A"/>
                </a:solidFill>
                <a:latin typeface="Arial"/>
                <a:ea typeface="Arial"/>
                <a:cs typeface="Arial"/>
              </a:defRPr>
            </a:pPr>
            <a:r>
              <a:rPr sz="900" b="1">
                <a:solidFill>
                  <a:srgbClr val="0B9E9A"/>
                </a:solidFill>
                <a:latin typeface="Arial"/>
                <a:ea typeface="Arial"/>
                <a:cs typeface="Arial"/>
              </a:rPr>
              <a:t>TRANSFORMER · LONG CONTEXT</a:t>
            </a:r>
          </a:p>
        </p:txBody>
      </p:sp>
      <p:sp>
        <p:nvSpPr>
          <p:cNvPr id="3" name="">
            <a:extLst xmlns:a="http://schemas.openxmlformats.org/drawingml/2006/main">
              <a:ext uri="{FF2B5EF4-FFF2-40B4-BE49-F238E27FC236}">
                <a16:creationId xmlns:a16="http://schemas.microsoft.com/office/drawing/2014/main" id="{DEE88301-3069-4B33-B46D-00F6A13A7CA5}"/>
              </a:ext>
            </a:extLst>
          </p:cNvPr>
          <p:cNvSpPr>
            <a:spLocks xmlns:a="http://schemas.openxmlformats.org/drawingml/2006/main" noGrp="1"/>
          </p:cNvSpPr>
          <p:nvPr/>
        </p:nvSpPr>
        <p:spPr>
          <a:xfrm xmlns:a="http://schemas.openxmlformats.org/drawingml/2006/main">
            <a:off x="533400" y="5429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0B1F33"/>
                </a:solidFill>
                <a:latin typeface="Arial"/>
                <a:ea typeface="Arial"/>
                <a:cs typeface="Arial"/>
              </a:defRPr>
            </a:pPr>
            <a:r>
              <a:rPr sz="2325" b="1">
                <a:solidFill>
                  <a:srgbClr val="0B1F33"/>
                </a:solidFill>
                <a:latin typeface="Arial"/>
                <a:ea typeface="Arial"/>
                <a:cs typeface="Arial"/>
              </a:rPr>
              <a:t>Longformer: cửa sổ cục bộ và token toàn cục</a:t>
            </a:r>
          </a:p>
        </p:txBody>
      </p:sp>
      <p:sp>
        <p:nvSpPr>
          <p:cNvPr id="4" name="">
            <a:extLst xmlns:a="http://schemas.openxmlformats.org/drawingml/2006/main">
              <a:ext uri="{FF2B5EF4-FFF2-40B4-BE49-F238E27FC236}">
                <a16:creationId xmlns:a16="http://schemas.microsoft.com/office/drawing/2014/main" id="{0593A9AF-7C3F-4F28-A675-0D2F5BEA1A41}"/>
              </a:ext>
            </a:extLst>
          </p:cNvPr>
          <p:cNvSpPr>
            <a:spLocks xmlns:a="http://schemas.openxmlformats.org/drawingml/2006/main" noGrp="1"/>
          </p:cNvSpPr>
          <p:nvPr/>
        </p:nvSpPr>
        <p:spPr>
          <a:xfrm xmlns:a="http://schemas.openxmlformats.org/drawingml/2006/main">
            <a:off x="533400" y="6467475"/>
            <a:ext cx="11125200" cy="19050"/>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3642B97-7F6B-406C-933E-772F09AED2A9}"/>
              </a:ext>
            </a:extLst>
          </p:cNvPr>
          <p:cNvSpPr>
            <a:spLocks xmlns:a="http://schemas.openxmlformats.org/drawingml/2006/main" noGrp="1"/>
          </p:cNvSpPr>
          <p:nvPr/>
        </p:nvSpPr>
        <p:spPr>
          <a:xfrm xmlns:a="http://schemas.openxmlformats.org/drawingml/2006/main">
            <a:off x="10810875" y="6515100"/>
            <a:ext cx="8477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F7184"/>
                </a:solidFill>
                <a:latin typeface="Arial"/>
                <a:ea typeface="Arial"/>
                <a:cs typeface="Arial"/>
              </a:defRPr>
            </a:pPr>
            <a:r>
              <a:rPr sz="750" b="0">
                <a:solidFill>
                  <a:srgbClr val="5F7184"/>
                </a:solidFill>
                <a:latin typeface="Arial"/>
                <a:ea typeface="Arial"/>
                <a:cs typeface="Arial"/>
              </a:rPr>
              <a:t>04 / 09</a:t>
            </a:r>
          </a:p>
        </p:txBody>
      </p:sp>
      <p:sp>
        <p:nvSpPr>
          <p:cNvPr id="6" name="">
            <a:extLst xmlns:a="http://schemas.openxmlformats.org/drawingml/2006/main">
              <a:ext uri="{FF2B5EF4-FFF2-40B4-BE49-F238E27FC236}">
                <a16:creationId xmlns:a16="http://schemas.microsoft.com/office/drawing/2014/main" id="{0EDE7198-CE66-4B39-B4CF-EA7BA6E1B98D}"/>
              </a:ext>
            </a:extLst>
          </p:cNvPr>
          <p:cNvSpPr>
            <a:spLocks xmlns:a="http://schemas.openxmlformats.org/drawingml/2006/main" noGrp="1"/>
          </p:cNvSpPr>
          <p:nvPr/>
        </p:nvSpPr>
        <p:spPr>
          <a:xfrm xmlns:a="http://schemas.openxmlformats.org/drawingml/2006/main">
            <a:off x="666750" y="171450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7" name="">
            <a:extLst xmlns:a="http://schemas.openxmlformats.org/drawingml/2006/main">
              <a:ext uri="{FF2B5EF4-FFF2-40B4-BE49-F238E27FC236}">
                <a16:creationId xmlns:a16="http://schemas.microsoft.com/office/drawing/2014/main" id="{1B9D904A-1B02-40CE-817C-9461FFC5EE49}"/>
              </a:ext>
            </a:extLst>
          </p:cNvPr>
          <p:cNvSpPr>
            <a:spLocks xmlns:a="http://schemas.openxmlformats.org/drawingml/2006/main" noGrp="1"/>
          </p:cNvSpPr>
          <p:nvPr/>
        </p:nvSpPr>
        <p:spPr>
          <a:xfrm xmlns:a="http://schemas.openxmlformats.org/drawingml/2006/main">
            <a:off x="962025" y="171450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8" name="">
            <a:extLst xmlns:a="http://schemas.openxmlformats.org/drawingml/2006/main">
              <a:ext uri="{FF2B5EF4-FFF2-40B4-BE49-F238E27FC236}">
                <a16:creationId xmlns:a16="http://schemas.microsoft.com/office/drawing/2014/main" id="{DD08CC65-D1F2-4C2E-9610-ABAD38C015D9}"/>
              </a:ext>
            </a:extLst>
          </p:cNvPr>
          <p:cNvSpPr>
            <a:spLocks xmlns:a="http://schemas.openxmlformats.org/drawingml/2006/main" noGrp="1"/>
          </p:cNvSpPr>
          <p:nvPr/>
        </p:nvSpPr>
        <p:spPr>
          <a:xfrm xmlns:a="http://schemas.openxmlformats.org/drawingml/2006/main">
            <a:off x="1257300" y="171450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9" name="">
            <a:extLst xmlns:a="http://schemas.openxmlformats.org/drawingml/2006/main">
              <a:ext uri="{FF2B5EF4-FFF2-40B4-BE49-F238E27FC236}">
                <a16:creationId xmlns:a16="http://schemas.microsoft.com/office/drawing/2014/main" id="{A369860B-5827-4777-A976-935508CCAEA2}"/>
              </a:ext>
            </a:extLst>
          </p:cNvPr>
          <p:cNvSpPr>
            <a:spLocks xmlns:a="http://schemas.openxmlformats.org/drawingml/2006/main" noGrp="1"/>
          </p:cNvSpPr>
          <p:nvPr/>
        </p:nvSpPr>
        <p:spPr>
          <a:xfrm xmlns:a="http://schemas.openxmlformats.org/drawingml/2006/main">
            <a:off x="1552575" y="171450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10" name="">
            <a:extLst xmlns:a="http://schemas.openxmlformats.org/drawingml/2006/main">
              <a:ext uri="{FF2B5EF4-FFF2-40B4-BE49-F238E27FC236}">
                <a16:creationId xmlns:a16="http://schemas.microsoft.com/office/drawing/2014/main" id="{745E7535-1AA6-4197-AA14-950D350513F2}"/>
              </a:ext>
            </a:extLst>
          </p:cNvPr>
          <p:cNvSpPr>
            <a:spLocks xmlns:a="http://schemas.openxmlformats.org/drawingml/2006/main" noGrp="1"/>
          </p:cNvSpPr>
          <p:nvPr/>
        </p:nvSpPr>
        <p:spPr>
          <a:xfrm xmlns:a="http://schemas.openxmlformats.org/drawingml/2006/main">
            <a:off x="1847850" y="171450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11" name="">
            <a:extLst xmlns:a="http://schemas.openxmlformats.org/drawingml/2006/main">
              <a:ext uri="{FF2B5EF4-FFF2-40B4-BE49-F238E27FC236}">
                <a16:creationId xmlns:a16="http://schemas.microsoft.com/office/drawing/2014/main" id="{3A3133BE-66CC-47E1-9888-FA6F5DE2E148}"/>
              </a:ext>
            </a:extLst>
          </p:cNvPr>
          <p:cNvSpPr>
            <a:spLocks xmlns:a="http://schemas.openxmlformats.org/drawingml/2006/main" noGrp="1"/>
          </p:cNvSpPr>
          <p:nvPr/>
        </p:nvSpPr>
        <p:spPr>
          <a:xfrm xmlns:a="http://schemas.openxmlformats.org/drawingml/2006/main">
            <a:off x="2143125" y="171450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12" name="">
            <a:extLst xmlns:a="http://schemas.openxmlformats.org/drawingml/2006/main">
              <a:ext uri="{FF2B5EF4-FFF2-40B4-BE49-F238E27FC236}">
                <a16:creationId xmlns:a16="http://schemas.microsoft.com/office/drawing/2014/main" id="{7BEE56C8-E77C-4074-BEDF-8D753F1174A8}"/>
              </a:ext>
            </a:extLst>
          </p:cNvPr>
          <p:cNvSpPr>
            <a:spLocks xmlns:a="http://schemas.openxmlformats.org/drawingml/2006/main" noGrp="1"/>
          </p:cNvSpPr>
          <p:nvPr/>
        </p:nvSpPr>
        <p:spPr>
          <a:xfrm xmlns:a="http://schemas.openxmlformats.org/drawingml/2006/main">
            <a:off x="2438400" y="171450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13" name="">
            <a:extLst xmlns:a="http://schemas.openxmlformats.org/drawingml/2006/main">
              <a:ext uri="{FF2B5EF4-FFF2-40B4-BE49-F238E27FC236}">
                <a16:creationId xmlns:a16="http://schemas.microsoft.com/office/drawing/2014/main" id="{A2266C9A-3E9D-487D-AF36-2479DCD72E41}"/>
              </a:ext>
            </a:extLst>
          </p:cNvPr>
          <p:cNvSpPr>
            <a:spLocks xmlns:a="http://schemas.openxmlformats.org/drawingml/2006/main" noGrp="1"/>
          </p:cNvSpPr>
          <p:nvPr/>
        </p:nvSpPr>
        <p:spPr>
          <a:xfrm xmlns:a="http://schemas.openxmlformats.org/drawingml/2006/main">
            <a:off x="2733675" y="171450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14" name="">
            <a:extLst xmlns:a="http://schemas.openxmlformats.org/drawingml/2006/main">
              <a:ext uri="{FF2B5EF4-FFF2-40B4-BE49-F238E27FC236}">
                <a16:creationId xmlns:a16="http://schemas.microsoft.com/office/drawing/2014/main" id="{80670A27-FC4E-485A-B454-7883472B3C97}"/>
              </a:ext>
            </a:extLst>
          </p:cNvPr>
          <p:cNvSpPr>
            <a:spLocks xmlns:a="http://schemas.openxmlformats.org/drawingml/2006/main" noGrp="1"/>
          </p:cNvSpPr>
          <p:nvPr/>
        </p:nvSpPr>
        <p:spPr>
          <a:xfrm xmlns:a="http://schemas.openxmlformats.org/drawingml/2006/main">
            <a:off x="3028950" y="171450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15" name="">
            <a:extLst xmlns:a="http://schemas.openxmlformats.org/drawingml/2006/main">
              <a:ext uri="{FF2B5EF4-FFF2-40B4-BE49-F238E27FC236}">
                <a16:creationId xmlns:a16="http://schemas.microsoft.com/office/drawing/2014/main" id="{37DE732A-89CC-4296-BF1A-51B0E10EC1C7}"/>
              </a:ext>
            </a:extLst>
          </p:cNvPr>
          <p:cNvSpPr>
            <a:spLocks xmlns:a="http://schemas.openxmlformats.org/drawingml/2006/main" noGrp="1"/>
          </p:cNvSpPr>
          <p:nvPr/>
        </p:nvSpPr>
        <p:spPr>
          <a:xfrm xmlns:a="http://schemas.openxmlformats.org/drawingml/2006/main">
            <a:off x="3324225" y="171450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16" name="">
            <a:extLst xmlns:a="http://schemas.openxmlformats.org/drawingml/2006/main">
              <a:ext uri="{FF2B5EF4-FFF2-40B4-BE49-F238E27FC236}">
                <a16:creationId xmlns:a16="http://schemas.microsoft.com/office/drawing/2014/main" id="{E5420FF1-6436-4CB8-BCF7-72EC916AB125}"/>
              </a:ext>
            </a:extLst>
          </p:cNvPr>
          <p:cNvSpPr>
            <a:spLocks xmlns:a="http://schemas.openxmlformats.org/drawingml/2006/main" noGrp="1"/>
          </p:cNvSpPr>
          <p:nvPr/>
        </p:nvSpPr>
        <p:spPr>
          <a:xfrm xmlns:a="http://schemas.openxmlformats.org/drawingml/2006/main">
            <a:off x="3619500" y="171450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17" name="">
            <a:extLst xmlns:a="http://schemas.openxmlformats.org/drawingml/2006/main">
              <a:ext uri="{FF2B5EF4-FFF2-40B4-BE49-F238E27FC236}">
                <a16:creationId xmlns:a16="http://schemas.microsoft.com/office/drawing/2014/main" id="{D2BB5EAD-EFAA-4B36-B4C5-A93074D8EA9C}"/>
              </a:ext>
            </a:extLst>
          </p:cNvPr>
          <p:cNvSpPr>
            <a:spLocks xmlns:a="http://schemas.openxmlformats.org/drawingml/2006/main" noGrp="1"/>
          </p:cNvSpPr>
          <p:nvPr/>
        </p:nvSpPr>
        <p:spPr>
          <a:xfrm xmlns:a="http://schemas.openxmlformats.org/drawingml/2006/main">
            <a:off x="3914775" y="171450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18" name="">
            <a:extLst xmlns:a="http://schemas.openxmlformats.org/drawingml/2006/main">
              <a:ext uri="{FF2B5EF4-FFF2-40B4-BE49-F238E27FC236}">
                <a16:creationId xmlns:a16="http://schemas.microsoft.com/office/drawing/2014/main" id="{E609C55A-6503-4CDB-8D08-7876E3A6BA5E}"/>
              </a:ext>
            </a:extLst>
          </p:cNvPr>
          <p:cNvSpPr>
            <a:spLocks xmlns:a="http://schemas.openxmlformats.org/drawingml/2006/main" noGrp="1"/>
          </p:cNvSpPr>
          <p:nvPr/>
        </p:nvSpPr>
        <p:spPr>
          <a:xfrm xmlns:a="http://schemas.openxmlformats.org/drawingml/2006/main">
            <a:off x="666750" y="2009775"/>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19" name="">
            <a:extLst xmlns:a="http://schemas.openxmlformats.org/drawingml/2006/main">
              <a:ext uri="{FF2B5EF4-FFF2-40B4-BE49-F238E27FC236}">
                <a16:creationId xmlns:a16="http://schemas.microsoft.com/office/drawing/2014/main" id="{31A70262-C503-433D-8186-4AB34631F954}"/>
              </a:ext>
            </a:extLst>
          </p:cNvPr>
          <p:cNvSpPr>
            <a:spLocks xmlns:a="http://schemas.openxmlformats.org/drawingml/2006/main" noGrp="1"/>
          </p:cNvSpPr>
          <p:nvPr/>
        </p:nvSpPr>
        <p:spPr>
          <a:xfrm xmlns:a="http://schemas.openxmlformats.org/drawingml/2006/main">
            <a:off x="962025" y="200977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20" name="">
            <a:extLst xmlns:a="http://schemas.openxmlformats.org/drawingml/2006/main">
              <a:ext uri="{FF2B5EF4-FFF2-40B4-BE49-F238E27FC236}">
                <a16:creationId xmlns:a16="http://schemas.microsoft.com/office/drawing/2014/main" id="{C39475CE-82FD-4085-B670-02DC7186F3CC}"/>
              </a:ext>
            </a:extLst>
          </p:cNvPr>
          <p:cNvSpPr>
            <a:spLocks xmlns:a="http://schemas.openxmlformats.org/drawingml/2006/main" noGrp="1"/>
          </p:cNvSpPr>
          <p:nvPr/>
        </p:nvSpPr>
        <p:spPr>
          <a:xfrm xmlns:a="http://schemas.openxmlformats.org/drawingml/2006/main">
            <a:off x="1257300" y="200977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21" name="">
            <a:extLst xmlns:a="http://schemas.openxmlformats.org/drawingml/2006/main">
              <a:ext uri="{FF2B5EF4-FFF2-40B4-BE49-F238E27FC236}">
                <a16:creationId xmlns:a16="http://schemas.microsoft.com/office/drawing/2014/main" id="{D0F85E1B-0239-4EE4-9ED0-55293B0B6626}"/>
              </a:ext>
            </a:extLst>
          </p:cNvPr>
          <p:cNvSpPr>
            <a:spLocks xmlns:a="http://schemas.openxmlformats.org/drawingml/2006/main" noGrp="1"/>
          </p:cNvSpPr>
          <p:nvPr/>
        </p:nvSpPr>
        <p:spPr>
          <a:xfrm xmlns:a="http://schemas.openxmlformats.org/drawingml/2006/main">
            <a:off x="1552575" y="20097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22" name="">
            <a:extLst xmlns:a="http://schemas.openxmlformats.org/drawingml/2006/main">
              <a:ext uri="{FF2B5EF4-FFF2-40B4-BE49-F238E27FC236}">
                <a16:creationId xmlns:a16="http://schemas.microsoft.com/office/drawing/2014/main" id="{F1AE05E8-B8B0-4FE1-97AA-DE391A07FD9E}"/>
              </a:ext>
            </a:extLst>
          </p:cNvPr>
          <p:cNvSpPr>
            <a:spLocks xmlns:a="http://schemas.openxmlformats.org/drawingml/2006/main" noGrp="1"/>
          </p:cNvSpPr>
          <p:nvPr/>
        </p:nvSpPr>
        <p:spPr>
          <a:xfrm xmlns:a="http://schemas.openxmlformats.org/drawingml/2006/main">
            <a:off x="1847850" y="20097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23" name="">
            <a:extLst xmlns:a="http://schemas.openxmlformats.org/drawingml/2006/main">
              <a:ext uri="{FF2B5EF4-FFF2-40B4-BE49-F238E27FC236}">
                <a16:creationId xmlns:a16="http://schemas.microsoft.com/office/drawing/2014/main" id="{2C425F5D-F181-4BAA-ABB3-39783DBC6B20}"/>
              </a:ext>
            </a:extLst>
          </p:cNvPr>
          <p:cNvSpPr>
            <a:spLocks xmlns:a="http://schemas.openxmlformats.org/drawingml/2006/main" noGrp="1"/>
          </p:cNvSpPr>
          <p:nvPr/>
        </p:nvSpPr>
        <p:spPr>
          <a:xfrm xmlns:a="http://schemas.openxmlformats.org/drawingml/2006/main">
            <a:off x="2143125" y="20097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24" name="">
            <a:extLst xmlns:a="http://schemas.openxmlformats.org/drawingml/2006/main">
              <a:ext uri="{FF2B5EF4-FFF2-40B4-BE49-F238E27FC236}">
                <a16:creationId xmlns:a16="http://schemas.microsoft.com/office/drawing/2014/main" id="{9856E283-7571-4AF5-9E42-5460DBD5B79B}"/>
              </a:ext>
            </a:extLst>
          </p:cNvPr>
          <p:cNvSpPr>
            <a:spLocks xmlns:a="http://schemas.openxmlformats.org/drawingml/2006/main" noGrp="1"/>
          </p:cNvSpPr>
          <p:nvPr/>
        </p:nvSpPr>
        <p:spPr>
          <a:xfrm xmlns:a="http://schemas.openxmlformats.org/drawingml/2006/main">
            <a:off x="2438400" y="20097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25" name="">
            <a:extLst xmlns:a="http://schemas.openxmlformats.org/drawingml/2006/main">
              <a:ext uri="{FF2B5EF4-FFF2-40B4-BE49-F238E27FC236}">
                <a16:creationId xmlns:a16="http://schemas.microsoft.com/office/drawing/2014/main" id="{D714C217-DD3B-4ECE-8BC7-5666372E4779}"/>
              </a:ext>
            </a:extLst>
          </p:cNvPr>
          <p:cNvSpPr>
            <a:spLocks xmlns:a="http://schemas.openxmlformats.org/drawingml/2006/main" noGrp="1"/>
          </p:cNvSpPr>
          <p:nvPr/>
        </p:nvSpPr>
        <p:spPr>
          <a:xfrm xmlns:a="http://schemas.openxmlformats.org/drawingml/2006/main">
            <a:off x="2733675" y="20097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26" name="">
            <a:extLst xmlns:a="http://schemas.openxmlformats.org/drawingml/2006/main">
              <a:ext uri="{FF2B5EF4-FFF2-40B4-BE49-F238E27FC236}">
                <a16:creationId xmlns:a16="http://schemas.microsoft.com/office/drawing/2014/main" id="{2A4811A9-5BFF-4DC7-A4D1-AFD8E596EBA7}"/>
              </a:ext>
            </a:extLst>
          </p:cNvPr>
          <p:cNvSpPr>
            <a:spLocks xmlns:a="http://schemas.openxmlformats.org/drawingml/2006/main" noGrp="1"/>
          </p:cNvSpPr>
          <p:nvPr/>
        </p:nvSpPr>
        <p:spPr>
          <a:xfrm xmlns:a="http://schemas.openxmlformats.org/drawingml/2006/main">
            <a:off x="3028950" y="20097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27" name="">
            <a:extLst xmlns:a="http://schemas.openxmlformats.org/drawingml/2006/main">
              <a:ext uri="{FF2B5EF4-FFF2-40B4-BE49-F238E27FC236}">
                <a16:creationId xmlns:a16="http://schemas.microsoft.com/office/drawing/2014/main" id="{39DD7B73-3603-4538-A327-B74030650692}"/>
              </a:ext>
            </a:extLst>
          </p:cNvPr>
          <p:cNvSpPr>
            <a:spLocks xmlns:a="http://schemas.openxmlformats.org/drawingml/2006/main" noGrp="1"/>
          </p:cNvSpPr>
          <p:nvPr/>
        </p:nvSpPr>
        <p:spPr>
          <a:xfrm xmlns:a="http://schemas.openxmlformats.org/drawingml/2006/main">
            <a:off x="3324225" y="20097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28" name="">
            <a:extLst xmlns:a="http://schemas.openxmlformats.org/drawingml/2006/main">
              <a:ext uri="{FF2B5EF4-FFF2-40B4-BE49-F238E27FC236}">
                <a16:creationId xmlns:a16="http://schemas.microsoft.com/office/drawing/2014/main" id="{983711BE-1486-4D9D-9A58-E0FC044618E0}"/>
              </a:ext>
            </a:extLst>
          </p:cNvPr>
          <p:cNvSpPr>
            <a:spLocks xmlns:a="http://schemas.openxmlformats.org/drawingml/2006/main" noGrp="1"/>
          </p:cNvSpPr>
          <p:nvPr/>
        </p:nvSpPr>
        <p:spPr>
          <a:xfrm xmlns:a="http://schemas.openxmlformats.org/drawingml/2006/main">
            <a:off x="3619500" y="20097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29" name="">
            <a:extLst xmlns:a="http://schemas.openxmlformats.org/drawingml/2006/main">
              <a:ext uri="{FF2B5EF4-FFF2-40B4-BE49-F238E27FC236}">
                <a16:creationId xmlns:a16="http://schemas.microsoft.com/office/drawing/2014/main" id="{31DABEA8-8FED-4854-BC06-281576EA27DA}"/>
              </a:ext>
            </a:extLst>
          </p:cNvPr>
          <p:cNvSpPr>
            <a:spLocks xmlns:a="http://schemas.openxmlformats.org/drawingml/2006/main" noGrp="1"/>
          </p:cNvSpPr>
          <p:nvPr/>
        </p:nvSpPr>
        <p:spPr>
          <a:xfrm xmlns:a="http://schemas.openxmlformats.org/drawingml/2006/main">
            <a:off x="3914775" y="20097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30" name="">
            <a:extLst xmlns:a="http://schemas.openxmlformats.org/drawingml/2006/main">
              <a:ext uri="{FF2B5EF4-FFF2-40B4-BE49-F238E27FC236}">
                <a16:creationId xmlns:a16="http://schemas.microsoft.com/office/drawing/2014/main" id="{ED888AC6-76AE-4D9E-A532-0A9E4AE8DE10}"/>
              </a:ext>
            </a:extLst>
          </p:cNvPr>
          <p:cNvSpPr>
            <a:spLocks xmlns:a="http://schemas.openxmlformats.org/drawingml/2006/main" noGrp="1"/>
          </p:cNvSpPr>
          <p:nvPr/>
        </p:nvSpPr>
        <p:spPr>
          <a:xfrm xmlns:a="http://schemas.openxmlformats.org/drawingml/2006/main">
            <a:off x="666750" y="230505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31" name="">
            <a:extLst xmlns:a="http://schemas.openxmlformats.org/drawingml/2006/main">
              <a:ext uri="{FF2B5EF4-FFF2-40B4-BE49-F238E27FC236}">
                <a16:creationId xmlns:a16="http://schemas.microsoft.com/office/drawing/2014/main" id="{4060F36A-9559-4A17-BA3C-522ED569F446}"/>
              </a:ext>
            </a:extLst>
          </p:cNvPr>
          <p:cNvSpPr>
            <a:spLocks xmlns:a="http://schemas.openxmlformats.org/drawingml/2006/main" noGrp="1"/>
          </p:cNvSpPr>
          <p:nvPr/>
        </p:nvSpPr>
        <p:spPr>
          <a:xfrm xmlns:a="http://schemas.openxmlformats.org/drawingml/2006/main">
            <a:off x="962025" y="2305050"/>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32" name="">
            <a:extLst xmlns:a="http://schemas.openxmlformats.org/drawingml/2006/main">
              <a:ext uri="{FF2B5EF4-FFF2-40B4-BE49-F238E27FC236}">
                <a16:creationId xmlns:a16="http://schemas.microsoft.com/office/drawing/2014/main" id="{0F201693-E799-442E-A487-E08F21787932}"/>
              </a:ext>
            </a:extLst>
          </p:cNvPr>
          <p:cNvSpPr>
            <a:spLocks xmlns:a="http://schemas.openxmlformats.org/drawingml/2006/main" noGrp="1"/>
          </p:cNvSpPr>
          <p:nvPr/>
        </p:nvSpPr>
        <p:spPr>
          <a:xfrm xmlns:a="http://schemas.openxmlformats.org/drawingml/2006/main">
            <a:off x="1257300" y="2305050"/>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33" name="">
            <a:extLst xmlns:a="http://schemas.openxmlformats.org/drawingml/2006/main">
              <a:ext uri="{FF2B5EF4-FFF2-40B4-BE49-F238E27FC236}">
                <a16:creationId xmlns:a16="http://schemas.microsoft.com/office/drawing/2014/main" id="{C149D8CC-D6FF-49A2-95C3-2A8BF2CA45EA}"/>
              </a:ext>
            </a:extLst>
          </p:cNvPr>
          <p:cNvSpPr>
            <a:spLocks xmlns:a="http://schemas.openxmlformats.org/drawingml/2006/main" noGrp="1"/>
          </p:cNvSpPr>
          <p:nvPr/>
        </p:nvSpPr>
        <p:spPr>
          <a:xfrm xmlns:a="http://schemas.openxmlformats.org/drawingml/2006/main">
            <a:off x="1552575" y="2305050"/>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34" name="">
            <a:extLst xmlns:a="http://schemas.openxmlformats.org/drawingml/2006/main">
              <a:ext uri="{FF2B5EF4-FFF2-40B4-BE49-F238E27FC236}">
                <a16:creationId xmlns:a16="http://schemas.microsoft.com/office/drawing/2014/main" id="{C8C77CD7-38DB-47D5-BB8A-8EC9085FAFAB}"/>
              </a:ext>
            </a:extLst>
          </p:cNvPr>
          <p:cNvSpPr>
            <a:spLocks xmlns:a="http://schemas.openxmlformats.org/drawingml/2006/main" noGrp="1"/>
          </p:cNvSpPr>
          <p:nvPr/>
        </p:nvSpPr>
        <p:spPr>
          <a:xfrm xmlns:a="http://schemas.openxmlformats.org/drawingml/2006/main">
            <a:off x="1847850" y="23050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35" name="">
            <a:extLst xmlns:a="http://schemas.openxmlformats.org/drawingml/2006/main">
              <a:ext uri="{FF2B5EF4-FFF2-40B4-BE49-F238E27FC236}">
                <a16:creationId xmlns:a16="http://schemas.microsoft.com/office/drawing/2014/main" id="{6D8517AC-51B1-4987-9096-62F85263F253}"/>
              </a:ext>
            </a:extLst>
          </p:cNvPr>
          <p:cNvSpPr>
            <a:spLocks xmlns:a="http://schemas.openxmlformats.org/drawingml/2006/main" noGrp="1"/>
          </p:cNvSpPr>
          <p:nvPr/>
        </p:nvSpPr>
        <p:spPr>
          <a:xfrm xmlns:a="http://schemas.openxmlformats.org/drawingml/2006/main">
            <a:off x="2143125" y="23050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36" name="">
            <a:extLst xmlns:a="http://schemas.openxmlformats.org/drawingml/2006/main">
              <a:ext uri="{FF2B5EF4-FFF2-40B4-BE49-F238E27FC236}">
                <a16:creationId xmlns:a16="http://schemas.microsoft.com/office/drawing/2014/main" id="{C609D74A-D112-48BA-8290-A2741AC5B326}"/>
              </a:ext>
            </a:extLst>
          </p:cNvPr>
          <p:cNvSpPr>
            <a:spLocks xmlns:a="http://schemas.openxmlformats.org/drawingml/2006/main" noGrp="1"/>
          </p:cNvSpPr>
          <p:nvPr/>
        </p:nvSpPr>
        <p:spPr>
          <a:xfrm xmlns:a="http://schemas.openxmlformats.org/drawingml/2006/main">
            <a:off x="2438400" y="23050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37" name="">
            <a:extLst xmlns:a="http://schemas.openxmlformats.org/drawingml/2006/main">
              <a:ext uri="{FF2B5EF4-FFF2-40B4-BE49-F238E27FC236}">
                <a16:creationId xmlns:a16="http://schemas.microsoft.com/office/drawing/2014/main" id="{16C3CD10-3860-44B9-8CFA-D64E6D51FBCD}"/>
              </a:ext>
            </a:extLst>
          </p:cNvPr>
          <p:cNvSpPr>
            <a:spLocks xmlns:a="http://schemas.openxmlformats.org/drawingml/2006/main" noGrp="1"/>
          </p:cNvSpPr>
          <p:nvPr/>
        </p:nvSpPr>
        <p:spPr>
          <a:xfrm xmlns:a="http://schemas.openxmlformats.org/drawingml/2006/main">
            <a:off x="2733675" y="23050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38" name="">
            <a:extLst xmlns:a="http://schemas.openxmlformats.org/drawingml/2006/main">
              <a:ext uri="{FF2B5EF4-FFF2-40B4-BE49-F238E27FC236}">
                <a16:creationId xmlns:a16="http://schemas.microsoft.com/office/drawing/2014/main" id="{4828E841-FFDF-4595-B8E4-8AE3D6A06BDA}"/>
              </a:ext>
            </a:extLst>
          </p:cNvPr>
          <p:cNvSpPr>
            <a:spLocks xmlns:a="http://schemas.openxmlformats.org/drawingml/2006/main" noGrp="1"/>
          </p:cNvSpPr>
          <p:nvPr/>
        </p:nvSpPr>
        <p:spPr>
          <a:xfrm xmlns:a="http://schemas.openxmlformats.org/drawingml/2006/main">
            <a:off x="3028950" y="23050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39" name="">
            <a:extLst xmlns:a="http://schemas.openxmlformats.org/drawingml/2006/main">
              <a:ext uri="{FF2B5EF4-FFF2-40B4-BE49-F238E27FC236}">
                <a16:creationId xmlns:a16="http://schemas.microsoft.com/office/drawing/2014/main" id="{62B66501-EF1F-4BB3-A00D-B4FC672FADE4}"/>
              </a:ext>
            </a:extLst>
          </p:cNvPr>
          <p:cNvSpPr>
            <a:spLocks xmlns:a="http://schemas.openxmlformats.org/drawingml/2006/main" noGrp="1"/>
          </p:cNvSpPr>
          <p:nvPr/>
        </p:nvSpPr>
        <p:spPr>
          <a:xfrm xmlns:a="http://schemas.openxmlformats.org/drawingml/2006/main">
            <a:off x="3324225" y="23050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40" name="">
            <a:extLst xmlns:a="http://schemas.openxmlformats.org/drawingml/2006/main">
              <a:ext uri="{FF2B5EF4-FFF2-40B4-BE49-F238E27FC236}">
                <a16:creationId xmlns:a16="http://schemas.microsoft.com/office/drawing/2014/main" id="{472DC729-C64E-4290-B132-D8E0268C8A8C}"/>
              </a:ext>
            </a:extLst>
          </p:cNvPr>
          <p:cNvSpPr>
            <a:spLocks xmlns:a="http://schemas.openxmlformats.org/drawingml/2006/main" noGrp="1"/>
          </p:cNvSpPr>
          <p:nvPr/>
        </p:nvSpPr>
        <p:spPr>
          <a:xfrm xmlns:a="http://schemas.openxmlformats.org/drawingml/2006/main">
            <a:off x="3619500" y="23050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41" name="">
            <a:extLst xmlns:a="http://schemas.openxmlformats.org/drawingml/2006/main">
              <a:ext uri="{FF2B5EF4-FFF2-40B4-BE49-F238E27FC236}">
                <a16:creationId xmlns:a16="http://schemas.microsoft.com/office/drawing/2014/main" id="{36AC8DF8-D93C-402A-AC51-AB7AEC1DF0F4}"/>
              </a:ext>
            </a:extLst>
          </p:cNvPr>
          <p:cNvSpPr>
            <a:spLocks xmlns:a="http://schemas.openxmlformats.org/drawingml/2006/main" noGrp="1"/>
          </p:cNvSpPr>
          <p:nvPr/>
        </p:nvSpPr>
        <p:spPr>
          <a:xfrm xmlns:a="http://schemas.openxmlformats.org/drawingml/2006/main">
            <a:off x="3914775" y="23050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42" name="">
            <a:extLst xmlns:a="http://schemas.openxmlformats.org/drawingml/2006/main">
              <a:ext uri="{FF2B5EF4-FFF2-40B4-BE49-F238E27FC236}">
                <a16:creationId xmlns:a16="http://schemas.microsoft.com/office/drawing/2014/main" id="{53546049-27E7-4920-9C2D-5E887A05B3CB}"/>
              </a:ext>
            </a:extLst>
          </p:cNvPr>
          <p:cNvSpPr>
            <a:spLocks xmlns:a="http://schemas.openxmlformats.org/drawingml/2006/main" noGrp="1"/>
          </p:cNvSpPr>
          <p:nvPr/>
        </p:nvSpPr>
        <p:spPr>
          <a:xfrm xmlns:a="http://schemas.openxmlformats.org/drawingml/2006/main">
            <a:off x="666750" y="2600325"/>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43" name="">
            <a:extLst xmlns:a="http://schemas.openxmlformats.org/drawingml/2006/main">
              <a:ext uri="{FF2B5EF4-FFF2-40B4-BE49-F238E27FC236}">
                <a16:creationId xmlns:a16="http://schemas.microsoft.com/office/drawing/2014/main" id="{C7165EA1-BF2A-4E2D-B9D1-E2AE78A82F4E}"/>
              </a:ext>
            </a:extLst>
          </p:cNvPr>
          <p:cNvSpPr>
            <a:spLocks xmlns:a="http://schemas.openxmlformats.org/drawingml/2006/main" noGrp="1"/>
          </p:cNvSpPr>
          <p:nvPr/>
        </p:nvSpPr>
        <p:spPr>
          <a:xfrm xmlns:a="http://schemas.openxmlformats.org/drawingml/2006/main">
            <a:off x="962025" y="26003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44" name="">
            <a:extLst xmlns:a="http://schemas.openxmlformats.org/drawingml/2006/main">
              <a:ext uri="{FF2B5EF4-FFF2-40B4-BE49-F238E27FC236}">
                <a16:creationId xmlns:a16="http://schemas.microsoft.com/office/drawing/2014/main" id="{750DA2D2-4732-48AC-921D-EA3F6D10A904}"/>
              </a:ext>
            </a:extLst>
          </p:cNvPr>
          <p:cNvSpPr>
            <a:spLocks xmlns:a="http://schemas.openxmlformats.org/drawingml/2006/main" noGrp="1"/>
          </p:cNvSpPr>
          <p:nvPr/>
        </p:nvSpPr>
        <p:spPr>
          <a:xfrm xmlns:a="http://schemas.openxmlformats.org/drawingml/2006/main">
            <a:off x="1257300" y="260032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45" name="">
            <a:extLst xmlns:a="http://schemas.openxmlformats.org/drawingml/2006/main">
              <a:ext uri="{FF2B5EF4-FFF2-40B4-BE49-F238E27FC236}">
                <a16:creationId xmlns:a16="http://schemas.microsoft.com/office/drawing/2014/main" id="{737C1324-9332-474D-B837-E8C7F2DFC897}"/>
              </a:ext>
            </a:extLst>
          </p:cNvPr>
          <p:cNvSpPr>
            <a:spLocks xmlns:a="http://schemas.openxmlformats.org/drawingml/2006/main" noGrp="1"/>
          </p:cNvSpPr>
          <p:nvPr/>
        </p:nvSpPr>
        <p:spPr>
          <a:xfrm xmlns:a="http://schemas.openxmlformats.org/drawingml/2006/main">
            <a:off x="1552575" y="260032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46" name="">
            <a:extLst xmlns:a="http://schemas.openxmlformats.org/drawingml/2006/main">
              <a:ext uri="{FF2B5EF4-FFF2-40B4-BE49-F238E27FC236}">
                <a16:creationId xmlns:a16="http://schemas.microsoft.com/office/drawing/2014/main" id="{2B2DB2C2-AFC5-4331-8E2F-66A9DA18E8EE}"/>
              </a:ext>
            </a:extLst>
          </p:cNvPr>
          <p:cNvSpPr>
            <a:spLocks xmlns:a="http://schemas.openxmlformats.org/drawingml/2006/main" noGrp="1"/>
          </p:cNvSpPr>
          <p:nvPr/>
        </p:nvSpPr>
        <p:spPr>
          <a:xfrm xmlns:a="http://schemas.openxmlformats.org/drawingml/2006/main">
            <a:off x="1847850" y="260032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47" name="">
            <a:extLst xmlns:a="http://schemas.openxmlformats.org/drawingml/2006/main">
              <a:ext uri="{FF2B5EF4-FFF2-40B4-BE49-F238E27FC236}">
                <a16:creationId xmlns:a16="http://schemas.microsoft.com/office/drawing/2014/main" id="{3E625EDA-E6AC-4661-BC16-04C654A54FBE}"/>
              </a:ext>
            </a:extLst>
          </p:cNvPr>
          <p:cNvSpPr>
            <a:spLocks xmlns:a="http://schemas.openxmlformats.org/drawingml/2006/main" noGrp="1"/>
          </p:cNvSpPr>
          <p:nvPr/>
        </p:nvSpPr>
        <p:spPr>
          <a:xfrm xmlns:a="http://schemas.openxmlformats.org/drawingml/2006/main">
            <a:off x="2143125" y="26003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48" name="">
            <a:extLst xmlns:a="http://schemas.openxmlformats.org/drawingml/2006/main">
              <a:ext uri="{FF2B5EF4-FFF2-40B4-BE49-F238E27FC236}">
                <a16:creationId xmlns:a16="http://schemas.microsoft.com/office/drawing/2014/main" id="{C46A2BA8-CBEE-43F1-83D8-D3BBDE3E0385}"/>
              </a:ext>
            </a:extLst>
          </p:cNvPr>
          <p:cNvSpPr>
            <a:spLocks xmlns:a="http://schemas.openxmlformats.org/drawingml/2006/main" noGrp="1"/>
          </p:cNvSpPr>
          <p:nvPr/>
        </p:nvSpPr>
        <p:spPr>
          <a:xfrm xmlns:a="http://schemas.openxmlformats.org/drawingml/2006/main">
            <a:off x="2438400" y="26003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49" name="">
            <a:extLst xmlns:a="http://schemas.openxmlformats.org/drawingml/2006/main">
              <a:ext uri="{FF2B5EF4-FFF2-40B4-BE49-F238E27FC236}">
                <a16:creationId xmlns:a16="http://schemas.microsoft.com/office/drawing/2014/main" id="{E1C975C6-0142-4969-8545-5D8A67C30E6E}"/>
              </a:ext>
            </a:extLst>
          </p:cNvPr>
          <p:cNvSpPr>
            <a:spLocks xmlns:a="http://schemas.openxmlformats.org/drawingml/2006/main" noGrp="1"/>
          </p:cNvSpPr>
          <p:nvPr/>
        </p:nvSpPr>
        <p:spPr>
          <a:xfrm xmlns:a="http://schemas.openxmlformats.org/drawingml/2006/main">
            <a:off x="2733675" y="26003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50" name="">
            <a:extLst xmlns:a="http://schemas.openxmlformats.org/drawingml/2006/main">
              <a:ext uri="{FF2B5EF4-FFF2-40B4-BE49-F238E27FC236}">
                <a16:creationId xmlns:a16="http://schemas.microsoft.com/office/drawing/2014/main" id="{065C921A-6B3B-4AEE-9B8F-C51C263D8561}"/>
              </a:ext>
            </a:extLst>
          </p:cNvPr>
          <p:cNvSpPr>
            <a:spLocks xmlns:a="http://schemas.openxmlformats.org/drawingml/2006/main" noGrp="1"/>
          </p:cNvSpPr>
          <p:nvPr/>
        </p:nvSpPr>
        <p:spPr>
          <a:xfrm xmlns:a="http://schemas.openxmlformats.org/drawingml/2006/main">
            <a:off x="3028950" y="26003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51" name="">
            <a:extLst xmlns:a="http://schemas.openxmlformats.org/drawingml/2006/main">
              <a:ext uri="{FF2B5EF4-FFF2-40B4-BE49-F238E27FC236}">
                <a16:creationId xmlns:a16="http://schemas.microsoft.com/office/drawing/2014/main" id="{3C8F9086-8F09-4ECA-A6EF-7ABBF6A4EBFF}"/>
              </a:ext>
            </a:extLst>
          </p:cNvPr>
          <p:cNvSpPr>
            <a:spLocks xmlns:a="http://schemas.openxmlformats.org/drawingml/2006/main" noGrp="1"/>
          </p:cNvSpPr>
          <p:nvPr/>
        </p:nvSpPr>
        <p:spPr>
          <a:xfrm xmlns:a="http://schemas.openxmlformats.org/drawingml/2006/main">
            <a:off x="3324225" y="26003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52" name="">
            <a:extLst xmlns:a="http://schemas.openxmlformats.org/drawingml/2006/main">
              <a:ext uri="{FF2B5EF4-FFF2-40B4-BE49-F238E27FC236}">
                <a16:creationId xmlns:a16="http://schemas.microsoft.com/office/drawing/2014/main" id="{8C388E36-8A57-4AAE-B137-D8829B47EA65}"/>
              </a:ext>
            </a:extLst>
          </p:cNvPr>
          <p:cNvSpPr>
            <a:spLocks xmlns:a="http://schemas.openxmlformats.org/drawingml/2006/main" noGrp="1"/>
          </p:cNvSpPr>
          <p:nvPr/>
        </p:nvSpPr>
        <p:spPr>
          <a:xfrm xmlns:a="http://schemas.openxmlformats.org/drawingml/2006/main">
            <a:off x="3619500" y="26003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53" name="">
            <a:extLst xmlns:a="http://schemas.openxmlformats.org/drawingml/2006/main">
              <a:ext uri="{FF2B5EF4-FFF2-40B4-BE49-F238E27FC236}">
                <a16:creationId xmlns:a16="http://schemas.microsoft.com/office/drawing/2014/main" id="{51E7D117-8C03-4B4B-AABE-7362214F0BD6}"/>
              </a:ext>
            </a:extLst>
          </p:cNvPr>
          <p:cNvSpPr>
            <a:spLocks xmlns:a="http://schemas.openxmlformats.org/drawingml/2006/main" noGrp="1"/>
          </p:cNvSpPr>
          <p:nvPr/>
        </p:nvSpPr>
        <p:spPr>
          <a:xfrm xmlns:a="http://schemas.openxmlformats.org/drawingml/2006/main">
            <a:off x="3914775" y="26003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54" name="">
            <a:extLst xmlns:a="http://schemas.openxmlformats.org/drawingml/2006/main">
              <a:ext uri="{FF2B5EF4-FFF2-40B4-BE49-F238E27FC236}">
                <a16:creationId xmlns:a16="http://schemas.microsoft.com/office/drawing/2014/main" id="{6198E18D-EE81-4987-ACBC-BA2D4832BAA6}"/>
              </a:ext>
            </a:extLst>
          </p:cNvPr>
          <p:cNvSpPr>
            <a:spLocks xmlns:a="http://schemas.openxmlformats.org/drawingml/2006/main" noGrp="1"/>
          </p:cNvSpPr>
          <p:nvPr/>
        </p:nvSpPr>
        <p:spPr>
          <a:xfrm xmlns:a="http://schemas.openxmlformats.org/drawingml/2006/main">
            <a:off x="666750" y="289560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55" name="">
            <a:extLst xmlns:a="http://schemas.openxmlformats.org/drawingml/2006/main">
              <a:ext uri="{FF2B5EF4-FFF2-40B4-BE49-F238E27FC236}">
                <a16:creationId xmlns:a16="http://schemas.microsoft.com/office/drawing/2014/main" id="{4A214B19-A2DE-4439-A46A-90D3C09B54C7}"/>
              </a:ext>
            </a:extLst>
          </p:cNvPr>
          <p:cNvSpPr>
            <a:spLocks xmlns:a="http://schemas.openxmlformats.org/drawingml/2006/main" noGrp="1"/>
          </p:cNvSpPr>
          <p:nvPr/>
        </p:nvSpPr>
        <p:spPr>
          <a:xfrm xmlns:a="http://schemas.openxmlformats.org/drawingml/2006/main">
            <a:off x="962025" y="28956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56" name="">
            <a:extLst xmlns:a="http://schemas.openxmlformats.org/drawingml/2006/main">
              <a:ext uri="{FF2B5EF4-FFF2-40B4-BE49-F238E27FC236}">
                <a16:creationId xmlns:a16="http://schemas.microsoft.com/office/drawing/2014/main" id="{4890BFBA-C9B9-4132-AD37-21C2DA18E436}"/>
              </a:ext>
            </a:extLst>
          </p:cNvPr>
          <p:cNvSpPr>
            <a:spLocks xmlns:a="http://schemas.openxmlformats.org/drawingml/2006/main" noGrp="1"/>
          </p:cNvSpPr>
          <p:nvPr/>
        </p:nvSpPr>
        <p:spPr>
          <a:xfrm xmlns:a="http://schemas.openxmlformats.org/drawingml/2006/main">
            <a:off x="1257300" y="28956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57" name="">
            <a:extLst xmlns:a="http://schemas.openxmlformats.org/drawingml/2006/main">
              <a:ext uri="{FF2B5EF4-FFF2-40B4-BE49-F238E27FC236}">
                <a16:creationId xmlns:a16="http://schemas.microsoft.com/office/drawing/2014/main" id="{59DB3EFF-34B8-46A7-B707-8E99F7A0FAD6}"/>
              </a:ext>
            </a:extLst>
          </p:cNvPr>
          <p:cNvSpPr>
            <a:spLocks xmlns:a="http://schemas.openxmlformats.org/drawingml/2006/main" noGrp="1"/>
          </p:cNvSpPr>
          <p:nvPr/>
        </p:nvSpPr>
        <p:spPr>
          <a:xfrm xmlns:a="http://schemas.openxmlformats.org/drawingml/2006/main">
            <a:off x="1552575" y="2895600"/>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58" name="">
            <a:extLst xmlns:a="http://schemas.openxmlformats.org/drawingml/2006/main">
              <a:ext uri="{FF2B5EF4-FFF2-40B4-BE49-F238E27FC236}">
                <a16:creationId xmlns:a16="http://schemas.microsoft.com/office/drawing/2014/main" id="{09CF5B92-C817-45D8-8C6C-1AE269C3E683}"/>
              </a:ext>
            </a:extLst>
          </p:cNvPr>
          <p:cNvSpPr>
            <a:spLocks xmlns:a="http://schemas.openxmlformats.org/drawingml/2006/main" noGrp="1"/>
          </p:cNvSpPr>
          <p:nvPr/>
        </p:nvSpPr>
        <p:spPr>
          <a:xfrm xmlns:a="http://schemas.openxmlformats.org/drawingml/2006/main">
            <a:off x="1847850" y="2895600"/>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59" name="">
            <a:extLst xmlns:a="http://schemas.openxmlformats.org/drawingml/2006/main">
              <a:ext uri="{FF2B5EF4-FFF2-40B4-BE49-F238E27FC236}">
                <a16:creationId xmlns:a16="http://schemas.microsoft.com/office/drawing/2014/main" id="{D6DB1416-5B8B-4A0C-B178-8ACCF36184AB}"/>
              </a:ext>
            </a:extLst>
          </p:cNvPr>
          <p:cNvSpPr>
            <a:spLocks xmlns:a="http://schemas.openxmlformats.org/drawingml/2006/main" noGrp="1"/>
          </p:cNvSpPr>
          <p:nvPr/>
        </p:nvSpPr>
        <p:spPr>
          <a:xfrm xmlns:a="http://schemas.openxmlformats.org/drawingml/2006/main">
            <a:off x="2143125" y="2895600"/>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60" name="">
            <a:extLst xmlns:a="http://schemas.openxmlformats.org/drawingml/2006/main">
              <a:ext uri="{FF2B5EF4-FFF2-40B4-BE49-F238E27FC236}">
                <a16:creationId xmlns:a16="http://schemas.microsoft.com/office/drawing/2014/main" id="{6D8CEA35-B438-4EF3-9401-06A68B447E24}"/>
              </a:ext>
            </a:extLst>
          </p:cNvPr>
          <p:cNvSpPr>
            <a:spLocks xmlns:a="http://schemas.openxmlformats.org/drawingml/2006/main" noGrp="1"/>
          </p:cNvSpPr>
          <p:nvPr/>
        </p:nvSpPr>
        <p:spPr>
          <a:xfrm xmlns:a="http://schemas.openxmlformats.org/drawingml/2006/main">
            <a:off x="2438400" y="28956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61" name="">
            <a:extLst xmlns:a="http://schemas.openxmlformats.org/drawingml/2006/main">
              <a:ext uri="{FF2B5EF4-FFF2-40B4-BE49-F238E27FC236}">
                <a16:creationId xmlns:a16="http://schemas.microsoft.com/office/drawing/2014/main" id="{9F1431BA-39D7-4638-AE2F-F738E2681315}"/>
              </a:ext>
            </a:extLst>
          </p:cNvPr>
          <p:cNvSpPr>
            <a:spLocks xmlns:a="http://schemas.openxmlformats.org/drawingml/2006/main" noGrp="1"/>
          </p:cNvSpPr>
          <p:nvPr/>
        </p:nvSpPr>
        <p:spPr>
          <a:xfrm xmlns:a="http://schemas.openxmlformats.org/drawingml/2006/main">
            <a:off x="2733675" y="28956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62" name="">
            <a:extLst xmlns:a="http://schemas.openxmlformats.org/drawingml/2006/main">
              <a:ext uri="{FF2B5EF4-FFF2-40B4-BE49-F238E27FC236}">
                <a16:creationId xmlns:a16="http://schemas.microsoft.com/office/drawing/2014/main" id="{BFC3583C-4074-4A71-A032-4102AA49308D}"/>
              </a:ext>
            </a:extLst>
          </p:cNvPr>
          <p:cNvSpPr>
            <a:spLocks xmlns:a="http://schemas.openxmlformats.org/drawingml/2006/main" noGrp="1"/>
          </p:cNvSpPr>
          <p:nvPr/>
        </p:nvSpPr>
        <p:spPr>
          <a:xfrm xmlns:a="http://schemas.openxmlformats.org/drawingml/2006/main">
            <a:off x="3028950" y="28956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63" name="">
            <a:extLst xmlns:a="http://schemas.openxmlformats.org/drawingml/2006/main">
              <a:ext uri="{FF2B5EF4-FFF2-40B4-BE49-F238E27FC236}">
                <a16:creationId xmlns:a16="http://schemas.microsoft.com/office/drawing/2014/main" id="{0339D362-C34B-4061-944B-AFBD1BAFFBEC}"/>
              </a:ext>
            </a:extLst>
          </p:cNvPr>
          <p:cNvSpPr>
            <a:spLocks xmlns:a="http://schemas.openxmlformats.org/drawingml/2006/main" noGrp="1"/>
          </p:cNvSpPr>
          <p:nvPr/>
        </p:nvSpPr>
        <p:spPr>
          <a:xfrm xmlns:a="http://schemas.openxmlformats.org/drawingml/2006/main">
            <a:off x="3324225" y="28956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64" name="">
            <a:extLst xmlns:a="http://schemas.openxmlformats.org/drawingml/2006/main">
              <a:ext uri="{FF2B5EF4-FFF2-40B4-BE49-F238E27FC236}">
                <a16:creationId xmlns:a16="http://schemas.microsoft.com/office/drawing/2014/main" id="{F3B9C7C6-F970-4DC6-83B7-501BAF1D8981}"/>
              </a:ext>
            </a:extLst>
          </p:cNvPr>
          <p:cNvSpPr>
            <a:spLocks xmlns:a="http://schemas.openxmlformats.org/drawingml/2006/main" noGrp="1"/>
          </p:cNvSpPr>
          <p:nvPr/>
        </p:nvSpPr>
        <p:spPr>
          <a:xfrm xmlns:a="http://schemas.openxmlformats.org/drawingml/2006/main">
            <a:off x="3619500" y="28956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65" name="">
            <a:extLst xmlns:a="http://schemas.openxmlformats.org/drawingml/2006/main">
              <a:ext uri="{FF2B5EF4-FFF2-40B4-BE49-F238E27FC236}">
                <a16:creationId xmlns:a16="http://schemas.microsoft.com/office/drawing/2014/main" id="{FFFF9D13-B703-496F-973D-3227E1B73EB8}"/>
              </a:ext>
            </a:extLst>
          </p:cNvPr>
          <p:cNvSpPr>
            <a:spLocks xmlns:a="http://schemas.openxmlformats.org/drawingml/2006/main" noGrp="1"/>
          </p:cNvSpPr>
          <p:nvPr/>
        </p:nvSpPr>
        <p:spPr>
          <a:xfrm xmlns:a="http://schemas.openxmlformats.org/drawingml/2006/main">
            <a:off x="3914775" y="28956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66" name="">
            <a:extLst xmlns:a="http://schemas.openxmlformats.org/drawingml/2006/main">
              <a:ext uri="{FF2B5EF4-FFF2-40B4-BE49-F238E27FC236}">
                <a16:creationId xmlns:a16="http://schemas.microsoft.com/office/drawing/2014/main" id="{C718C206-8FDB-4063-A724-CABD312C6A99}"/>
              </a:ext>
            </a:extLst>
          </p:cNvPr>
          <p:cNvSpPr>
            <a:spLocks xmlns:a="http://schemas.openxmlformats.org/drawingml/2006/main" noGrp="1"/>
          </p:cNvSpPr>
          <p:nvPr/>
        </p:nvSpPr>
        <p:spPr>
          <a:xfrm xmlns:a="http://schemas.openxmlformats.org/drawingml/2006/main">
            <a:off x="666750" y="3190875"/>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67" name="">
            <a:extLst xmlns:a="http://schemas.openxmlformats.org/drawingml/2006/main">
              <a:ext uri="{FF2B5EF4-FFF2-40B4-BE49-F238E27FC236}">
                <a16:creationId xmlns:a16="http://schemas.microsoft.com/office/drawing/2014/main" id="{A06D930F-89A9-41E1-8116-21F3934E1A08}"/>
              </a:ext>
            </a:extLst>
          </p:cNvPr>
          <p:cNvSpPr>
            <a:spLocks xmlns:a="http://schemas.openxmlformats.org/drawingml/2006/main" noGrp="1"/>
          </p:cNvSpPr>
          <p:nvPr/>
        </p:nvSpPr>
        <p:spPr>
          <a:xfrm xmlns:a="http://schemas.openxmlformats.org/drawingml/2006/main">
            <a:off x="962025" y="31908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68" name="">
            <a:extLst xmlns:a="http://schemas.openxmlformats.org/drawingml/2006/main">
              <a:ext uri="{FF2B5EF4-FFF2-40B4-BE49-F238E27FC236}">
                <a16:creationId xmlns:a16="http://schemas.microsoft.com/office/drawing/2014/main" id="{6C47CB6A-01A3-4AF6-95D1-39541C00575F}"/>
              </a:ext>
            </a:extLst>
          </p:cNvPr>
          <p:cNvSpPr>
            <a:spLocks xmlns:a="http://schemas.openxmlformats.org/drawingml/2006/main" noGrp="1"/>
          </p:cNvSpPr>
          <p:nvPr/>
        </p:nvSpPr>
        <p:spPr>
          <a:xfrm xmlns:a="http://schemas.openxmlformats.org/drawingml/2006/main">
            <a:off x="1257300" y="31908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69" name="">
            <a:extLst xmlns:a="http://schemas.openxmlformats.org/drawingml/2006/main">
              <a:ext uri="{FF2B5EF4-FFF2-40B4-BE49-F238E27FC236}">
                <a16:creationId xmlns:a16="http://schemas.microsoft.com/office/drawing/2014/main" id="{ADF8A754-ECD4-4384-A003-7DDECA1829A5}"/>
              </a:ext>
            </a:extLst>
          </p:cNvPr>
          <p:cNvSpPr>
            <a:spLocks xmlns:a="http://schemas.openxmlformats.org/drawingml/2006/main" noGrp="1"/>
          </p:cNvSpPr>
          <p:nvPr/>
        </p:nvSpPr>
        <p:spPr>
          <a:xfrm xmlns:a="http://schemas.openxmlformats.org/drawingml/2006/main">
            <a:off x="1552575" y="31908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70" name="">
            <a:extLst xmlns:a="http://schemas.openxmlformats.org/drawingml/2006/main">
              <a:ext uri="{FF2B5EF4-FFF2-40B4-BE49-F238E27FC236}">
                <a16:creationId xmlns:a16="http://schemas.microsoft.com/office/drawing/2014/main" id="{B9ADDED7-BDAE-4CAD-AC7F-7FE5D3B42777}"/>
              </a:ext>
            </a:extLst>
          </p:cNvPr>
          <p:cNvSpPr>
            <a:spLocks xmlns:a="http://schemas.openxmlformats.org/drawingml/2006/main" noGrp="1"/>
          </p:cNvSpPr>
          <p:nvPr/>
        </p:nvSpPr>
        <p:spPr>
          <a:xfrm xmlns:a="http://schemas.openxmlformats.org/drawingml/2006/main">
            <a:off x="1847850" y="319087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71" name="">
            <a:extLst xmlns:a="http://schemas.openxmlformats.org/drawingml/2006/main">
              <a:ext uri="{FF2B5EF4-FFF2-40B4-BE49-F238E27FC236}">
                <a16:creationId xmlns:a16="http://schemas.microsoft.com/office/drawing/2014/main" id="{D03C538F-5D72-4F58-A1F7-5CF1EA0F1ED3}"/>
              </a:ext>
            </a:extLst>
          </p:cNvPr>
          <p:cNvSpPr>
            <a:spLocks xmlns:a="http://schemas.openxmlformats.org/drawingml/2006/main" noGrp="1"/>
          </p:cNvSpPr>
          <p:nvPr/>
        </p:nvSpPr>
        <p:spPr>
          <a:xfrm xmlns:a="http://schemas.openxmlformats.org/drawingml/2006/main">
            <a:off x="2143125" y="319087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72" name="">
            <a:extLst xmlns:a="http://schemas.openxmlformats.org/drawingml/2006/main">
              <a:ext uri="{FF2B5EF4-FFF2-40B4-BE49-F238E27FC236}">
                <a16:creationId xmlns:a16="http://schemas.microsoft.com/office/drawing/2014/main" id="{987B9CE7-E323-4068-8D1E-07282D3E955D}"/>
              </a:ext>
            </a:extLst>
          </p:cNvPr>
          <p:cNvSpPr>
            <a:spLocks xmlns:a="http://schemas.openxmlformats.org/drawingml/2006/main" noGrp="1"/>
          </p:cNvSpPr>
          <p:nvPr/>
        </p:nvSpPr>
        <p:spPr>
          <a:xfrm xmlns:a="http://schemas.openxmlformats.org/drawingml/2006/main">
            <a:off x="2438400" y="319087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73" name="">
            <a:extLst xmlns:a="http://schemas.openxmlformats.org/drawingml/2006/main">
              <a:ext uri="{FF2B5EF4-FFF2-40B4-BE49-F238E27FC236}">
                <a16:creationId xmlns:a16="http://schemas.microsoft.com/office/drawing/2014/main" id="{206F8D73-BBB1-4737-A424-0245927B975A}"/>
              </a:ext>
            </a:extLst>
          </p:cNvPr>
          <p:cNvSpPr>
            <a:spLocks xmlns:a="http://schemas.openxmlformats.org/drawingml/2006/main" noGrp="1"/>
          </p:cNvSpPr>
          <p:nvPr/>
        </p:nvSpPr>
        <p:spPr>
          <a:xfrm xmlns:a="http://schemas.openxmlformats.org/drawingml/2006/main">
            <a:off x="2733675" y="31908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74" name="">
            <a:extLst xmlns:a="http://schemas.openxmlformats.org/drawingml/2006/main">
              <a:ext uri="{FF2B5EF4-FFF2-40B4-BE49-F238E27FC236}">
                <a16:creationId xmlns:a16="http://schemas.microsoft.com/office/drawing/2014/main" id="{79E8F76F-76A7-4505-B77A-402399C5499C}"/>
              </a:ext>
            </a:extLst>
          </p:cNvPr>
          <p:cNvSpPr>
            <a:spLocks xmlns:a="http://schemas.openxmlformats.org/drawingml/2006/main" noGrp="1"/>
          </p:cNvSpPr>
          <p:nvPr/>
        </p:nvSpPr>
        <p:spPr>
          <a:xfrm xmlns:a="http://schemas.openxmlformats.org/drawingml/2006/main">
            <a:off x="3028950" y="31908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75" name="">
            <a:extLst xmlns:a="http://schemas.openxmlformats.org/drawingml/2006/main">
              <a:ext uri="{FF2B5EF4-FFF2-40B4-BE49-F238E27FC236}">
                <a16:creationId xmlns:a16="http://schemas.microsoft.com/office/drawing/2014/main" id="{506E51E4-703A-465C-9D37-2945E221AF1A}"/>
              </a:ext>
            </a:extLst>
          </p:cNvPr>
          <p:cNvSpPr>
            <a:spLocks xmlns:a="http://schemas.openxmlformats.org/drawingml/2006/main" noGrp="1"/>
          </p:cNvSpPr>
          <p:nvPr/>
        </p:nvSpPr>
        <p:spPr>
          <a:xfrm xmlns:a="http://schemas.openxmlformats.org/drawingml/2006/main">
            <a:off x="3324225" y="31908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76" name="">
            <a:extLst xmlns:a="http://schemas.openxmlformats.org/drawingml/2006/main">
              <a:ext uri="{FF2B5EF4-FFF2-40B4-BE49-F238E27FC236}">
                <a16:creationId xmlns:a16="http://schemas.microsoft.com/office/drawing/2014/main" id="{DE46E352-BC3C-4CC5-9611-6A05AB9641B5}"/>
              </a:ext>
            </a:extLst>
          </p:cNvPr>
          <p:cNvSpPr>
            <a:spLocks xmlns:a="http://schemas.openxmlformats.org/drawingml/2006/main" noGrp="1"/>
          </p:cNvSpPr>
          <p:nvPr/>
        </p:nvSpPr>
        <p:spPr>
          <a:xfrm xmlns:a="http://schemas.openxmlformats.org/drawingml/2006/main">
            <a:off x="3619500" y="31908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77" name="">
            <a:extLst xmlns:a="http://schemas.openxmlformats.org/drawingml/2006/main">
              <a:ext uri="{FF2B5EF4-FFF2-40B4-BE49-F238E27FC236}">
                <a16:creationId xmlns:a16="http://schemas.microsoft.com/office/drawing/2014/main" id="{F69F443C-A313-422C-ABA2-8BE2B4EA5C8C}"/>
              </a:ext>
            </a:extLst>
          </p:cNvPr>
          <p:cNvSpPr>
            <a:spLocks xmlns:a="http://schemas.openxmlformats.org/drawingml/2006/main" noGrp="1"/>
          </p:cNvSpPr>
          <p:nvPr/>
        </p:nvSpPr>
        <p:spPr>
          <a:xfrm xmlns:a="http://schemas.openxmlformats.org/drawingml/2006/main">
            <a:off x="3914775" y="31908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78" name="">
            <a:extLst xmlns:a="http://schemas.openxmlformats.org/drawingml/2006/main">
              <a:ext uri="{FF2B5EF4-FFF2-40B4-BE49-F238E27FC236}">
                <a16:creationId xmlns:a16="http://schemas.microsoft.com/office/drawing/2014/main" id="{7F8D9E22-9138-48C9-A8EC-7925DBB3D03C}"/>
              </a:ext>
            </a:extLst>
          </p:cNvPr>
          <p:cNvSpPr>
            <a:spLocks xmlns:a="http://schemas.openxmlformats.org/drawingml/2006/main" noGrp="1"/>
          </p:cNvSpPr>
          <p:nvPr/>
        </p:nvSpPr>
        <p:spPr>
          <a:xfrm xmlns:a="http://schemas.openxmlformats.org/drawingml/2006/main">
            <a:off x="666750" y="348615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79" name="">
            <a:extLst xmlns:a="http://schemas.openxmlformats.org/drawingml/2006/main">
              <a:ext uri="{FF2B5EF4-FFF2-40B4-BE49-F238E27FC236}">
                <a16:creationId xmlns:a16="http://schemas.microsoft.com/office/drawing/2014/main" id="{C1D8F132-7229-4F1A-8CC7-29747FA47740}"/>
              </a:ext>
            </a:extLst>
          </p:cNvPr>
          <p:cNvSpPr>
            <a:spLocks xmlns:a="http://schemas.openxmlformats.org/drawingml/2006/main" noGrp="1"/>
          </p:cNvSpPr>
          <p:nvPr/>
        </p:nvSpPr>
        <p:spPr>
          <a:xfrm xmlns:a="http://schemas.openxmlformats.org/drawingml/2006/main">
            <a:off x="962025" y="34861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80" name="">
            <a:extLst xmlns:a="http://schemas.openxmlformats.org/drawingml/2006/main">
              <a:ext uri="{FF2B5EF4-FFF2-40B4-BE49-F238E27FC236}">
                <a16:creationId xmlns:a16="http://schemas.microsoft.com/office/drawing/2014/main" id="{3D46367B-0CDF-4990-B77F-18C9094082DC}"/>
              </a:ext>
            </a:extLst>
          </p:cNvPr>
          <p:cNvSpPr>
            <a:spLocks xmlns:a="http://schemas.openxmlformats.org/drawingml/2006/main" noGrp="1"/>
          </p:cNvSpPr>
          <p:nvPr/>
        </p:nvSpPr>
        <p:spPr>
          <a:xfrm xmlns:a="http://schemas.openxmlformats.org/drawingml/2006/main">
            <a:off x="1257300" y="34861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81" name="">
            <a:extLst xmlns:a="http://schemas.openxmlformats.org/drawingml/2006/main">
              <a:ext uri="{FF2B5EF4-FFF2-40B4-BE49-F238E27FC236}">
                <a16:creationId xmlns:a16="http://schemas.microsoft.com/office/drawing/2014/main" id="{EAF587B1-55ED-4A24-A7EB-9C18CBCA835C}"/>
              </a:ext>
            </a:extLst>
          </p:cNvPr>
          <p:cNvSpPr>
            <a:spLocks xmlns:a="http://schemas.openxmlformats.org/drawingml/2006/main" noGrp="1"/>
          </p:cNvSpPr>
          <p:nvPr/>
        </p:nvSpPr>
        <p:spPr>
          <a:xfrm xmlns:a="http://schemas.openxmlformats.org/drawingml/2006/main">
            <a:off x="1552575" y="34861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82" name="">
            <a:extLst xmlns:a="http://schemas.openxmlformats.org/drawingml/2006/main">
              <a:ext uri="{FF2B5EF4-FFF2-40B4-BE49-F238E27FC236}">
                <a16:creationId xmlns:a16="http://schemas.microsoft.com/office/drawing/2014/main" id="{35570A61-9C65-48D9-AD29-B6EA08843306}"/>
              </a:ext>
            </a:extLst>
          </p:cNvPr>
          <p:cNvSpPr>
            <a:spLocks xmlns:a="http://schemas.openxmlformats.org/drawingml/2006/main" noGrp="1"/>
          </p:cNvSpPr>
          <p:nvPr/>
        </p:nvSpPr>
        <p:spPr>
          <a:xfrm xmlns:a="http://schemas.openxmlformats.org/drawingml/2006/main">
            <a:off x="1847850" y="34861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83" name="">
            <a:extLst xmlns:a="http://schemas.openxmlformats.org/drawingml/2006/main">
              <a:ext uri="{FF2B5EF4-FFF2-40B4-BE49-F238E27FC236}">
                <a16:creationId xmlns:a16="http://schemas.microsoft.com/office/drawing/2014/main" id="{81599D20-8B7C-42EA-A071-6162BDAE95D9}"/>
              </a:ext>
            </a:extLst>
          </p:cNvPr>
          <p:cNvSpPr>
            <a:spLocks xmlns:a="http://schemas.openxmlformats.org/drawingml/2006/main" noGrp="1"/>
          </p:cNvSpPr>
          <p:nvPr/>
        </p:nvSpPr>
        <p:spPr>
          <a:xfrm xmlns:a="http://schemas.openxmlformats.org/drawingml/2006/main">
            <a:off x="2143125" y="3486150"/>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84" name="">
            <a:extLst xmlns:a="http://schemas.openxmlformats.org/drawingml/2006/main">
              <a:ext uri="{FF2B5EF4-FFF2-40B4-BE49-F238E27FC236}">
                <a16:creationId xmlns:a16="http://schemas.microsoft.com/office/drawing/2014/main" id="{8D60699F-0C33-4D0F-8519-25E899DD6358}"/>
              </a:ext>
            </a:extLst>
          </p:cNvPr>
          <p:cNvSpPr>
            <a:spLocks xmlns:a="http://schemas.openxmlformats.org/drawingml/2006/main" noGrp="1"/>
          </p:cNvSpPr>
          <p:nvPr/>
        </p:nvSpPr>
        <p:spPr>
          <a:xfrm xmlns:a="http://schemas.openxmlformats.org/drawingml/2006/main">
            <a:off x="2438400" y="3486150"/>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85" name="">
            <a:extLst xmlns:a="http://schemas.openxmlformats.org/drawingml/2006/main">
              <a:ext uri="{FF2B5EF4-FFF2-40B4-BE49-F238E27FC236}">
                <a16:creationId xmlns:a16="http://schemas.microsoft.com/office/drawing/2014/main" id="{BAFF9224-ADA2-4D13-AA06-8EEA659F383E}"/>
              </a:ext>
            </a:extLst>
          </p:cNvPr>
          <p:cNvSpPr>
            <a:spLocks xmlns:a="http://schemas.openxmlformats.org/drawingml/2006/main" noGrp="1"/>
          </p:cNvSpPr>
          <p:nvPr/>
        </p:nvSpPr>
        <p:spPr>
          <a:xfrm xmlns:a="http://schemas.openxmlformats.org/drawingml/2006/main">
            <a:off x="2733675" y="3486150"/>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86" name="">
            <a:extLst xmlns:a="http://schemas.openxmlformats.org/drawingml/2006/main">
              <a:ext uri="{FF2B5EF4-FFF2-40B4-BE49-F238E27FC236}">
                <a16:creationId xmlns:a16="http://schemas.microsoft.com/office/drawing/2014/main" id="{FD2079EE-AF45-4DC6-9FF2-157F8EF6A978}"/>
              </a:ext>
            </a:extLst>
          </p:cNvPr>
          <p:cNvSpPr>
            <a:spLocks xmlns:a="http://schemas.openxmlformats.org/drawingml/2006/main" noGrp="1"/>
          </p:cNvSpPr>
          <p:nvPr/>
        </p:nvSpPr>
        <p:spPr>
          <a:xfrm xmlns:a="http://schemas.openxmlformats.org/drawingml/2006/main">
            <a:off x="3028950" y="34861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87" name="">
            <a:extLst xmlns:a="http://schemas.openxmlformats.org/drawingml/2006/main">
              <a:ext uri="{FF2B5EF4-FFF2-40B4-BE49-F238E27FC236}">
                <a16:creationId xmlns:a16="http://schemas.microsoft.com/office/drawing/2014/main" id="{0CE14F0D-EFEE-49E7-832E-1E403E5A3F65}"/>
              </a:ext>
            </a:extLst>
          </p:cNvPr>
          <p:cNvSpPr>
            <a:spLocks xmlns:a="http://schemas.openxmlformats.org/drawingml/2006/main" noGrp="1"/>
          </p:cNvSpPr>
          <p:nvPr/>
        </p:nvSpPr>
        <p:spPr>
          <a:xfrm xmlns:a="http://schemas.openxmlformats.org/drawingml/2006/main">
            <a:off x="3324225" y="34861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88" name="">
            <a:extLst xmlns:a="http://schemas.openxmlformats.org/drawingml/2006/main">
              <a:ext uri="{FF2B5EF4-FFF2-40B4-BE49-F238E27FC236}">
                <a16:creationId xmlns:a16="http://schemas.microsoft.com/office/drawing/2014/main" id="{07BB0422-56C4-4497-9850-15B199E38AE4}"/>
              </a:ext>
            </a:extLst>
          </p:cNvPr>
          <p:cNvSpPr>
            <a:spLocks xmlns:a="http://schemas.openxmlformats.org/drawingml/2006/main" noGrp="1"/>
          </p:cNvSpPr>
          <p:nvPr/>
        </p:nvSpPr>
        <p:spPr>
          <a:xfrm xmlns:a="http://schemas.openxmlformats.org/drawingml/2006/main">
            <a:off x="3619500" y="34861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89" name="">
            <a:extLst xmlns:a="http://schemas.openxmlformats.org/drawingml/2006/main">
              <a:ext uri="{FF2B5EF4-FFF2-40B4-BE49-F238E27FC236}">
                <a16:creationId xmlns:a16="http://schemas.microsoft.com/office/drawing/2014/main" id="{51EE3E4B-E2E4-4B86-A4D6-A663A651E3C0}"/>
              </a:ext>
            </a:extLst>
          </p:cNvPr>
          <p:cNvSpPr>
            <a:spLocks xmlns:a="http://schemas.openxmlformats.org/drawingml/2006/main" noGrp="1"/>
          </p:cNvSpPr>
          <p:nvPr/>
        </p:nvSpPr>
        <p:spPr>
          <a:xfrm xmlns:a="http://schemas.openxmlformats.org/drawingml/2006/main">
            <a:off x="3914775" y="34861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90" name="">
            <a:extLst xmlns:a="http://schemas.openxmlformats.org/drawingml/2006/main">
              <a:ext uri="{FF2B5EF4-FFF2-40B4-BE49-F238E27FC236}">
                <a16:creationId xmlns:a16="http://schemas.microsoft.com/office/drawing/2014/main" id="{9D981ABD-9823-4B03-AF29-A5933095F2D9}"/>
              </a:ext>
            </a:extLst>
          </p:cNvPr>
          <p:cNvSpPr>
            <a:spLocks xmlns:a="http://schemas.openxmlformats.org/drawingml/2006/main" noGrp="1"/>
          </p:cNvSpPr>
          <p:nvPr/>
        </p:nvSpPr>
        <p:spPr>
          <a:xfrm xmlns:a="http://schemas.openxmlformats.org/drawingml/2006/main">
            <a:off x="666750" y="3781425"/>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91" name="">
            <a:extLst xmlns:a="http://schemas.openxmlformats.org/drawingml/2006/main">
              <a:ext uri="{FF2B5EF4-FFF2-40B4-BE49-F238E27FC236}">
                <a16:creationId xmlns:a16="http://schemas.microsoft.com/office/drawing/2014/main" id="{3A64805A-9F78-4FFE-BF85-494F68194EF1}"/>
              </a:ext>
            </a:extLst>
          </p:cNvPr>
          <p:cNvSpPr>
            <a:spLocks xmlns:a="http://schemas.openxmlformats.org/drawingml/2006/main" noGrp="1"/>
          </p:cNvSpPr>
          <p:nvPr/>
        </p:nvSpPr>
        <p:spPr>
          <a:xfrm xmlns:a="http://schemas.openxmlformats.org/drawingml/2006/main">
            <a:off x="962025" y="37814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92" name="">
            <a:extLst xmlns:a="http://schemas.openxmlformats.org/drawingml/2006/main">
              <a:ext uri="{FF2B5EF4-FFF2-40B4-BE49-F238E27FC236}">
                <a16:creationId xmlns:a16="http://schemas.microsoft.com/office/drawing/2014/main" id="{FFD85648-268F-4BE5-9BCA-AD456D523375}"/>
              </a:ext>
            </a:extLst>
          </p:cNvPr>
          <p:cNvSpPr>
            <a:spLocks xmlns:a="http://schemas.openxmlformats.org/drawingml/2006/main" noGrp="1"/>
          </p:cNvSpPr>
          <p:nvPr/>
        </p:nvSpPr>
        <p:spPr>
          <a:xfrm xmlns:a="http://schemas.openxmlformats.org/drawingml/2006/main">
            <a:off x="1257300" y="37814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93" name="">
            <a:extLst xmlns:a="http://schemas.openxmlformats.org/drawingml/2006/main">
              <a:ext uri="{FF2B5EF4-FFF2-40B4-BE49-F238E27FC236}">
                <a16:creationId xmlns:a16="http://schemas.microsoft.com/office/drawing/2014/main" id="{C0CC7947-04F3-40B1-B47C-46BE70285B07}"/>
              </a:ext>
            </a:extLst>
          </p:cNvPr>
          <p:cNvSpPr>
            <a:spLocks xmlns:a="http://schemas.openxmlformats.org/drawingml/2006/main" noGrp="1"/>
          </p:cNvSpPr>
          <p:nvPr/>
        </p:nvSpPr>
        <p:spPr>
          <a:xfrm xmlns:a="http://schemas.openxmlformats.org/drawingml/2006/main">
            <a:off x="1552575" y="37814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94" name="">
            <a:extLst xmlns:a="http://schemas.openxmlformats.org/drawingml/2006/main">
              <a:ext uri="{FF2B5EF4-FFF2-40B4-BE49-F238E27FC236}">
                <a16:creationId xmlns:a16="http://schemas.microsoft.com/office/drawing/2014/main" id="{E2CF2D51-226C-4EA9-A41C-DD801A05300F}"/>
              </a:ext>
            </a:extLst>
          </p:cNvPr>
          <p:cNvSpPr>
            <a:spLocks xmlns:a="http://schemas.openxmlformats.org/drawingml/2006/main" noGrp="1"/>
          </p:cNvSpPr>
          <p:nvPr/>
        </p:nvSpPr>
        <p:spPr>
          <a:xfrm xmlns:a="http://schemas.openxmlformats.org/drawingml/2006/main">
            <a:off x="1847850" y="37814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95" name="">
            <a:extLst xmlns:a="http://schemas.openxmlformats.org/drawingml/2006/main">
              <a:ext uri="{FF2B5EF4-FFF2-40B4-BE49-F238E27FC236}">
                <a16:creationId xmlns:a16="http://schemas.microsoft.com/office/drawing/2014/main" id="{3A2E4AA0-3D4C-4F47-B139-06A18E69006B}"/>
              </a:ext>
            </a:extLst>
          </p:cNvPr>
          <p:cNvSpPr>
            <a:spLocks xmlns:a="http://schemas.openxmlformats.org/drawingml/2006/main" noGrp="1"/>
          </p:cNvSpPr>
          <p:nvPr/>
        </p:nvSpPr>
        <p:spPr>
          <a:xfrm xmlns:a="http://schemas.openxmlformats.org/drawingml/2006/main">
            <a:off x="2143125" y="37814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96" name="">
            <a:extLst xmlns:a="http://schemas.openxmlformats.org/drawingml/2006/main">
              <a:ext uri="{FF2B5EF4-FFF2-40B4-BE49-F238E27FC236}">
                <a16:creationId xmlns:a16="http://schemas.microsoft.com/office/drawing/2014/main" id="{68F03731-3054-43A8-82F3-E7D7A6E1A5C0}"/>
              </a:ext>
            </a:extLst>
          </p:cNvPr>
          <p:cNvSpPr>
            <a:spLocks xmlns:a="http://schemas.openxmlformats.org/drawingml/2006/main" noGrp="1"/>
          </p:cNvSpPr>
          <p:nvPr/>
        </p:nvSpPr>
        <p:spPr>
          <a:xfrm xmlns:a="http://schemas.openxmlformats.org/drawingml/2006/main">
            <a:off x="2438400" y="378142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97" name="">
            <a:extLst xmlns:a="http://schemas.openxmlformats.org/drawingml/2006/main">
              <a:ext uri="{FF2B5EF4-FFF2-40B4-BE49-F238E27FC236}">
                <a16:creationId xmlns:a16="http://schemas.microsoft.com/office/drawing/2014/main" id="{15CDA68D-2D58-42D0-A8B9-BE667DAFF4D5}"/>
              </a:ext>
            </a:extLst>
          </p:cNvPr>
          <p:cNvSpPr>
            <a:spLocks xmlns:a="http://schemas.openxmlformats.org/drawingml/2006/main" noGrp="1"/>
          </p:cNvSpPr>
          <p:nvPr/>
        </p:nvSpPr>
        <p:spPr>
          <a:xfrm xmlns:a="http://schemas.openxmlformats.org/drawingml/2006/main">
            <a:off x="2733675" y="378142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98" name="">
            <a:extLst xmlns:a="http://schemas.openxmlformats.org/drawingml/2006/main">
              <a:ext uri="{FF2B5EF4-FFF2-40B4-BE49-F238E27FC236}">
                <a16:creationId xmlns:a16="http://schemas.microsoft.com/office/drawing/2014/main" id="{04764037-1BCE-4F36-9915-CBF723FD54CA}"/>
              </a:ext>
            </a:extLst>
          </p:cNvPr>
          <p:cNvSpPr>
            <a:spLocks xmlns:a="http://schemas.openxmlformats.org/drawingml/2006/main" noGrp="1"/>
          </p:cNvSpPr>
          <p:nvPr/>
        </p:nvSpPr>
        <p:spPr>
          <a:xfrm xmlns:a="http://schemas.openxmlformats.org/drawingml/2006/main">
            <a:off x="3028950" y="378142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99" name="">
            <a:extLst xmlns:a="http://schemas.openxmlformats.org/drawingml/2006/main">
              <a:ext uri="{FF2B5EF4-FFF2-40B4-BE49-F238E27FC236}">
                <a16:creationId xmlns:a16="http://schemas.microsoft.com/office/drawing/2014/main" id="{43F33455-E1FB-4F09-9173-737A5E59443A}"/>
              </a:ext>
            </a:extLst>
          </p:cNvPr>
          <p:cNvSpPr>
            <a:spLocks xmlns:a="http://schemas.openxmlformats.org/drawingml/2006/main" noGrp="1"/>
          </p:cNvSpPr>
          <p:nvPr/>
        </p:nvSpPr>
        <p:spPr>
          <a:xfrm xmlns:a="http://schemas.openxmlformats.org/drawingml/2006/main">
            <a:off x="3324225" y="37814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00" name="">
            <a:extLst xmlns:a="http://schemas.openxmlformats.org/drawingml/2006/main">
              <a:ext uri="{FF2B5EF4-FFF2-40B4-BE49-F238E27FC236}">
                <a16:creationId xmlns:a16="http://schemas.microsoft.com/office/drawing/2014/main" id="{F2A22FEE-C3CD-4F87-B094-1496489AAB91}"/>
              </a:ext>
            </a:extLst>
          </p:cNvPr>
          <p:cNvSpPr>
            <a:spLocks xmlns:a="http://schemas.openxmlformats.org/drawingml/2006/main" noGrp="1"/>
          </p:cNvSpPr>
          <p:nvPr/>
        </p:nvSpPr>
        <p:spPr>
          <a:xfrm xmlns:a="http://schemas.openxmlformats.org/drawingml/2006/main">
            <a:off x="3619500" y="37814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01" name="">
            <a:extLst xmlns:a="http://schemas.openxmlformats.org/drawingml/2006/main">
              <a:ext uri="{FF2B5EF4-FFF2-40B4-BE49-F238E27FC236}">
                <a16:creationId xmlns:a16="http://schemas.microsoft.com/office/drawing/2014/main" id="{14E19445-6EEE-4328-8207-6DB8B3E0FE20}"/>
              </a:ext>
            </a:extLst>
          </p:cNvPr>
          <p:cNvSpPr>
            <a:spLocks xmlns:a="http://schemas.openxmlformats.org/drawingml/2006/main" noGrp="1"/>
          </p:cNvSpPr>
          <p:nvPr/>
        </p:nvSpPr>
        <p:spPr>
          <a:xfrm xmlns:a="http://schemas.openxmlformats.org/drawingml/2006/main">
            <a:off x="3914775" y="37814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02" name="">
            <a:extLst xmlns:a="http://schemas.openxmlformats.org/drawingml/2006/main">
              <a:ext uri="{FF2B5EF4-FFF2-40B4-BE49-F238E27FC236}">
                <a16:creationId xmlns:a16="http://schemas.microsoft.com/office/drawing/2014/main" id="{447C592F-4A77-48FE-9C9C-B8536F0C93AF}"/>
              </a:ext>
            </a:extLst>
          </p:cNvPr>
          <p:cNvSpPr>
            <a:spLocks xmlns:a="http://schemas.openxmlformats.org/drawingml/2006/main" noGrp="1"/>
          </p:cNvSpPr>
          <p:nvPr/>
        </p:nvSpPr>
        <p:spPr>
          <a:xfrm xmlns:a="http://schemas.openxmlformats.org/drawingml/2006/main">
            <a:off x="666750" y="407670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103" name="">
            <a:extLst xmlns:a="http://schemas.openxmlformats.org/drawingml/2006/main">
              <a:ext uri="{FF2B5EF4-FFF2-40B4-BE49-F238E27FC236}">
                <a16:creationId xmlns:a16="http://schemas.microsoft.com/office/drawing/2014/main" id="{82611AF2-1B17-4A0B-9DED-C58C1CCB50C7}"/>
              </a:ext>
            </a:extLst>
          </p:cNvPr>
          <p:cNvSpPr>
            <a:spLocks xmlns:a="http://schemas.openxmlformats.org/drawingml/2006/main" noGrp="1"/>
          </p:cNvSpPr>
          <p:nvPr/>
        </p:nvSpPr>
        <p:spPr>
          <a:xfrm xmlns:a="http://schemas.openxmlformats.org/drawingml/2006/main">
            <a:off x="962025" y="40767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04" name="">
            <a:extLst xmlns:a="http://schemas.openxmlformats.org/drawingml/2006/main">
              <a:ext uri="{FF2B5EF4-FFF2-40B4-BE49-F238E27FC236}">
                <a16:creationId xmlns:a16="http://schemas.microsoft.com/office/drawing/2014/main" id="{D5A86E17-AECD-485A-89D1-35C994658C5B}"/>
              </a:ext>
            </a:extLst>
          </p:cNvPr>
          <p:cNvSpPr>
            <a:spLocks xmlns:a="http://schemas.openxmlformats.org/drawingml/2006/main" noGrp="1"/>
          </p:cNvSpPr>
          <p:nvPr/>
        </p:nvSpPr>
        <p:spPr>
          <a:xfrm xmlns:a="http://schemas.openxmlformats.org/drawingml/2006/main">
            <a:off x="1257300" y="40767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05" name="">
            <a:extLst xmlns:a="http://schemas.openxmlformats.org/drawingml/2006/main">
              <a:ext uri="{FF2B5EF4-FFF2-40B4-BE49-F238E27FC236}">
                <a16:creationId xmlns:a16="http://schemas.microsoft.com/office/drawing/2014/main" id="{73BAB0D5-67FA-4AFC-A2D3-A3B82690C0C7}"/>
              </a:ext>
            </a:extLst>
          </p:cNvPr>
          <p:cNvSpPr>
            <a:spLocks xmlns:a="http://schemas.openxmlformats.org/drawingml/2006/main" noGrp="1"/>
          </p:cNvSpPr>
          <p:nvPr/>
        </p:nvSpPr>
        <p:spPr>
          <a:xfrm xmlns:a="http://schemas.openxmlformats.org/drawingml/2006/main">
            <a:off x="1552575" y="40767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06" name="">
            <a:extLst xmlns:a="http://schemas.openxmlformats.org/drawingml/2006/main">
              <a:ext uri="{FF2B5EF4-FFF2-40B4-BE49-F238E27FC236}">
                <a16:creationId xmlns:a16="http://schemas.microsoft.com/office/drawing/2014/main" id="{F8C4518A-1BD0-4E6C-AC49-5ADFB2A7AEFF}"/>
              </a:ext>
            </a:extLst>
          </p:cNvPr>
          <p:cNvSpPr>
            <a:spLocks xmlns:a="http://schemas.openxmlformats.org/drawingml/2006/main" noGrp="1"/>
          </p:cNvSpPr>
          <p:nvPr/>
        </p:nvSpPr>
        <p:spPr>
          <a:xfrm xmlns:a="http://schemas.openxmlformats.org/drawingml/2006/main">
            <a:off x="1847850" y="40767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07" name="">
            <a:extLst xmlns:a="http://schemas.openxmlformats.org/drawingml/2006/main">
              <a:ext uri="{FF2B5EF4-FFF2-40B4-BE49-F238E27FC236}">
                <a16:creationId xmlns:a16="http://schemas.microsoft.com/office/drawing/2014/main" id="{3E1AF5B8-9F35-4970-9504-AC2422222AA4}"/>
              </a:ext>
            </a:extLst>
          </p:cNvPr>
          <p:cNvSpPr>
            <a:spLocks xmlns:a="http://schemas.openxmlformats.org/drawingml/2006/main" noGrp="1"/>
          </p:cNvSpPr>
          <p:nvPr/>
        </p:nvSpPr>
        <p:spPr>
          <a:xfrm xmlns:a="http://schemas.openxmlformats.org/drawingml/2006/main">
            <a:off x="2143125" y="40767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08" name="">
            <a:extLst xmlns:a="http://schemas.openxmlformats.org/drawingml/2006/main">
              <a:ext uri="{FF2B5EF4-FFF2-40B4-BE49-F238E27FC236}">
                <a16:creationId xmlns:a16="http://schemas.microsoft.com/office/drawing/2014/main" id="{B4B4227D-6B7D-48C6-AD77-224746737255}"/>
              </a:ext>
            </a:extLst>
          </p:cNvPr>
          <p:cNvSpPr>
            <a:spLocks xmlns:a="http://schemas.openxmlformats.org/drawingml/2006/main" noGrp="1"/>
          </p:cNvSpPr>
          <p:nvPr/>
        </p:nvSpPr>
        <p:spPr>
          <a:xfrm xmlns:a="http://schemas.openxmlformats.org/drawingml/2006/main">
            <a:off x="2438400" y="40767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09" name="">
            <a:extLst xmlns:a="http://schemas.openxmlformats.org/drawingml/2006/main">
              <a:ext uri="{FF2B5EF4-FFF2-40B4-BE49-F238E27FC236}">
                <a16:creationId xmlns:a16="http://schemas.microsoft.com/office/drawing/2014/main" id="{EEEFB177-4AA3-4F5B-96E9-DB65E77A8A20}"/>
              </a:ext>
            </a:extLst>
          </p:cNvPr>
          <p:cNvSpPr>
            <a:spLocks xmlns:a="http://schemas.openxmlformats.org/drawingml/2006/main" noGrp="1"/>
          </p:cNvSpPr>
          <p:nvPr/>
        </p:nvSpPr>
        <p:spPr>
          <a:xfrm xmlns:a="http://schemas.openxmlformats.org/drawingml/2006/main">
            <a:off x="2733675" y="4076700"/>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110" name="">
            <a:extLst xmlns:a="http://schemas.openxmlformats.org/drawingml/2006/main">
              <a:ext uri="{FF2B5EF4-FFF2-40B4-BE49-F238E27FC236}">
                <a16:creationId xmlns:a16="http://schemas.microsoft.com/office/drawing/2014/main" id="{A297A6E0-AA77-405D-A7BC-48FBB1A35835}"/>
              </a:ext>
            </a:extLst>
          </p:cNvPr>
          <p:cNvSpPr>
            <a:spLocks xmlns:a="http://schemas.openxmlformats.org/drawingml/2006/main" noGrp="1"/>
          </p:cNvSpPr>
          <p:nvPr/>
        </p:nvSpPr>
        <p:spPr>
          <a:xfrm xmlns:a="http://schemas.openxmlformats.org/drawingml/2006/main">
            <a:off x="3028950" y="4076700"/>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111" name="">
            <a:extLst xmlns:a="http://schemas.openxmlformats.org/drawingml/2006/main">
              <a:ext uri="{FF2B5EF4-FFF2-40B4-BE49-F238E27FC236}">
                <a16:creationId xmlns:a16="http://schemas.microsoft.com/office/drawing/2014/main" id="{8338DCFE-B741-4D03-BD17-9D9A2825389E}"/>
              </a:ext>
            </a:extLst>
          </p:cNvPr>
          <p:cNvSpPr>
            <a:spLocks xmlns:a="http://schemas.openxmlformats.org/drawingml/2006/main" noGrp="1"/>
          </p:cNvSpPr>
          <p:nvPr/>
        </p:nvSpPr>
        <p:spPr>
          <a:xfrm xmlns:a="http://schemas.openxmlformats.org/drawingml/2006/main">
            <a:off x="3324225" y="4076700"/>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112" name="">
            <a:extLst xmlns:a="http://schemas.openxmlformats.org/drawingml/2006/main">
              <a:ext uri="{FF2B5EF4-FFF2-40B4-BE49-F238E27FC236}">
                <a16:creationId xmlns:a16="http://schemas.microsoft.com/office/drawing/2014/main" id="{94ACF64E-2885-4C80-A26C-00675E1E74FD}"/>
              </a:ext>
            </a:extLst>
          </p:cNvPr>
          <p:cNvSpPr>
            <a:spLocks xmlns:a="http://schemas.openxmlformats.org/drawingml/2006/main" noGrp="1"/>
          </p:cNvSpPr>
          <p:nvPr/>
        </p:nvSpPr>
        <p:spPr>
          <a:xfrm xmlns:a="http://schemas.openxmlformats.org/drawingml/2006/main">
            <a:off x="3619500" y="40767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13" name="">
            <a:extLst xmlns:a="http://schemas.openxmlformats.org/drawingml/2006/main">
              <a:ext uri="{FF2B5EF4-FFF2-40B4-BE49-F238E27FC236}">
                <a16:creationId xmlns:a16="http://schemas.microsoft.com/office/drawing/2014/main" id="{1DA83322-7A63-4199-BEFD-8759105C8B1B}"/>
              </a:ext>
            </a:extLst>
          </p:cNvPr>
          <p:cNvSpPr>
            <a:spLocks xmlns:a="http://schemas.openxmlformats.org/drawingml/2006/main" noGrp="1"/>
          </p:cNvSpPr>
          <p:nvPr/>
        </p:nvSpPr>
        <p:spPr>
          <a:xfrm xmlns:a="http://schemas.openxmlformats.org/drawingml/2006/main">
            <a:off x="3914775" y="407670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14" name="">
            <a:extLst xmlns:a="http://schemas.openxmlformats.org/drawingml/2006/main">
              <a:ext uri="{FF2B5EF4-FFF2-40B4-BE49-F238E27FC236}">
                <a16:creationId xmlns:a16="http://schemas.microsoft.com/office/drawing/2014/main" id="{FF0430FB-1E59-4847-ABDA-60D189B083A3}"/>
              </a:ext>
            </a:extLst>
          </p:cNvPr>
          <p:cNvSpPr>
            <a:spLocks xmlns:a="http://schemas.openxmlformats.org/drawingml/2006/main" noGrp="1"/>
          </p:cNvSpPr>
          <p:nvPr/>
        </p:nvSpPr>
        <p:spPr>
          <a:xfrm xmlns:a="http://schemas.openxmlformats.org/drawingml/2006/main">
            <a:off x="666750" y="4371975"/>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115" name="">
            <a:extLst xmlns:a="http://schemas.openxmlformats.org/drawingml/2006/main">
              <a:ext uri="{FF2B5EF4-FFF2-40B4-BE49-F238E27FC236}">
                <a16:creationId xmlns:a16="http://schemas.microsoft.com/office/drawing/2014/main" id="{8CA92E70-F682-4C89-8E34-83F30BC9CBB6}"/>
              </a:ext>
            </a:extLst>
          </p:cNvPr>
          <p:cNvSpPr>
            <a:spLocks xmlns:a="http://schemas.openxmlformats.org/drawingml/2006/main" noGrp="1"/>
          </p:cNvSpPr>
          <p:nvPr/>
        </p:nvSpPr>
        <p:spPr>
          <a:xfrm xmlns:a="http://schemas.openxmlformats.org/drawingml/2006/main">
            <a:off x="962025" y="43719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16" name="">
            <a:extLst xmlns:a="http://schemas.openxmlformats.org/drawingml/2006/main">
              <a:ext uri="{FF2B5EF4-FFF2-40B4-BE49-F238E27FC236}">
                <a16:creationId xmlns:a16="http://schemas.microsoft.com/office/drawing/2014/main" id="{AFC6EA22-771D-4C5B-B44A-D8234DD33FDF}"/>
              </a:ext>
            </a:extLst>
          </p:cNvPr>
          <p:cNvSpPr>
            <a:spLocks xmlns:a="http://schemas.openxmlformats.org/drawingml/2006/main" noGrp="1"/>
          </p:cNvSpPr>
          <p:nvPr/>
        </p:nvSpPr>
        <p:spPr>
          <a:xfrm xmlns:a="http://schemas.openxmlformats.org/drawingml/2006/main">
            <a:off x="1257300" y="43719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17" name="">
            <a:extLst xmlns:a="http://schemas.openxmlformats.org/drawingml/2006/main">
              <a:ext uri="{FF2B5EF4-FFF2-40B4-BE49-F238E27FC236}">
                <a16:creationId xmlns:a16="http://schemas.microsoft.com/office/drawing/2014/main" id="{D54B8A4A-07F7-4394-9E57-CF249E392F53}"/>
              </a:ext>
            </a:extLst>
          </p:cNvPr>
          <p:cNvSpPr>
            <a:spLocks xmlns:a="http://schemas.openxmlformats.org/drawingml/2006/main" noGrp="1"/>
          </p:cNvSpPr>
          <p:nvPr/>
        </p:nvSpPr>
        <p:spPr>
          <a:xfrm xmlns:a="http://schemas.openxmlformats.org/drawingml/2006/main">
            <a:off x="1552575" y="43719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18" name="">
            <a:extLst xmlns:a="http://schemas.openxmlformats.org/drawingml/2006/main">
              <a:ext uri="{FF2B5EF4-FFF2-40B4-BE49-F238E27FC236}">
                <a16:creationId xmlns:a16="http://schemas.microsoft.com/office/drawing/2014/main" id="{145DB399-BA6D-4DD7-9363-5A856A4FC16E}"/>
              </a:ext>
            </a:extLst>
          </p:cNvPr>
          <p:cNvSpPr>
            <a:spLocks xmlns:a="http://schemas.openxmlformats.org/drawingml/2006/main" noGrp="1"/>
          </p:cNvSpPr>
          <p:nvPr/>
        </p:nvSpPr>
        <p:spPr>
          <a:xfrm xmlns:a="http://schemas.openxmlformats.org/drawingml/2006/main">
            <a:off x="1847850" y="43719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19" name="">
            <a:extLst xmlns:a="http://schemas.openxmlformats.org/drawingml/2006/main">
              <a:ext uri="{FF2B5EF4-FFF2-40B4-BE49-F238E27FC236}">
                <a16:creationId xmlns:a16="http://schemas.microsoft.com/office/drawing/2014/main" id="{43B0BB3D-C15D-4E4D-B84B-A6EB6D3E0F52}"/>
              </a:ext>
            </a:extLst>
          </p:cNvPr>
          <p:cNvSpPr>
            <a:spLocks xmlns:a="http://schemas.openxmlformats.org/drawingml/2006/main" noGrp="1"/>
          </p:cNvSpPr>
          <p:nvPr/>
        </p:nvSpPr>
        <p:spPr>
          <a:xfrm xmlns:a="http://schemas.openxmlformats.org/drawingml/2006/main">
            <a:off x="2143125" y="43719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20" name="">
            <a:extLst xmlns:a="http://schemas.openxmlformats.org/drawingml/2006/main">
              <a:ext uri="{FF2B5EF4-FFF2-40B4-BE49-F238E27FC236}">
                <a16:creationId xmlns:a16="http://schemas.microsoft.com/office/drawing/2014/main" id="{A21FD16C-CECF-45D5-B270-397CA4DFFD5D}"/>
              </a:ext>
            </a:extLst>
          </p:cNvPr>
          <p:cNvSpPr>
            <a:spLocks xmlns:a="http://schemas.openxmlformats.org/drawingml/2006/main" noGrp="1"/>
          </p:cNvSpPr>
          <p:nvPr/>
        </p:nvSpPr>
        <p:spPr>
          <a:xfrm xmlns:a="http://schemas.openxmlformats.org/drawingml/2006/main">
            <a:off x="2438400" y="43719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21" name="">
            <a:extLst xmlns:a="http://schemas.openxmlformats.org/drawingml/2006/main">
              <a:ext uri="{FF2B5EF4-FFF2-40B4-BE49-F238E27FC236}">
                <a16:creationId xmlns:a16="http://schemas.microsoft.com/office/drawing/2014/main" id="{6030A95B-2D49-45D2-804A-27182262F87B}"/>
              </a:ext>
            </a:extLst>
          </p:cNvPr>
          <p:cNvSpPr>
            <a:spLocks xmlns:a="http://schemas.openxmlformats.org/drawingml/2006/main" noGrp="1"/>
          </p:cNvSpPr>
          <p:nvPr/>
        </p:nvSpPr>
        <p:spPr>
          <a:xfrm xmlns:a="http://schemas.openxmlformats.org/drawingml/2006/main">
            <a:off x="2733675" y="43719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22" name="">
            <a:extLst xmlns:a="http://schemas.openxmlformats.org/drawingml/2006/main">
              <a:ext uri="{FF2B5EF4-FFF2-40B4-BE49-F238E27FC236}">
                <a16:creationId xmlns:a16="http://schemas.microsoft.com/office/drawing/2014/main" id="{59C2F52C-5025-4212-9B4D-C8CB9F3BA492}"/>
              </a:ext>
            </a:extLst>
          </p:cNvPr>
          <p:cNvSpPr>
            <a:spLocks xmlns:a="http://schemas.openxmlformats.org/drawingml/2006/main" noGrp="1"/>
          </p:cNvSpPr>
          <p:nvPr/>
        </p:nvSpPr>
        <p:spPr>
          <a:xfrm xmlns:a="http://schemas.openxmlformats.org/drawingml/2006/main">
            <a:off x="3028950" y="437197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123" name="">
            <a:extLst xmlns:a="http://schemas.openxmlformats.org/drawingml/2006/main">
              <a:ext uri="{FF2B5EF4-FFF2-40B4-BE49-F238E27FC236}">
                <a16:creationId xmlns:a16="http://schemas.microsoft.com/office/drawing/2014/main" id="{1FB044DA-C2C4-4BCD-83CB-854AC947FA0D}"/>
              </a:ext>
            </a:extLst>
          </p:cNvPr>
          <p:cNvSpPr>
            <a:spLocks xmlns:a="http://schemas.openxmlformats.org/drawingml/2006/main" noGrp="1"/>
          </p:cNvSpPr>
          <p:nvPr/>
        </p:nvSpPr>
        <p:spPr>
          <a:xfrm xmlns:a="http://schemas.openxmlformats.org/drawingml/2006/main">
            <a:off x="3324225" y="437197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124" name="">
            <a:extLst xmlns:a="http://schemas.openxmlformats.org/drawingml/2006/main">
              <a:ext uri="{FF2B5EF4-FFF2-40B4-BE49-F238E27FC236}">
                <a16:creationId xmlns:a16="http://schemas.microsoft.com/office/drawing/2014/main" id="{2130B3A9-7198-4DEB-9952-1628A29AA51A}"/>
              </a:ext>
            </a:extLst>
          </p:cNvPr>
          <p:cNvSpPr>
            <a:spLocks xmlns:a="http://schemas.openxmlformats.org/drawingml/2006/main" noGrp="1"/>
          </p:cNvSpPr>
          <p:nvPr/>
        </p:nvSpPr>
        <p:spPr>
          <a:xfrm xmlns:a="http://schemas.openxmlformats.org/drawingml/2006/main">
            <a:off x="3619500" y="437197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125" name="">
            <a:extLst xmlns:a="http://schemas.openxmlformats.org/drawingml/2006/main">
              <a:ext uri="{FF2B5EF4-FFF2-40B4-BE49-F238E27FC236}">
                <a16:creationId xmlns:a16="http://schemas.microsoft.com/office/drawing/2014/main" id="{CEC29F4C-F923-4F6E-97BD-77F28655FBB4}"/>
              </a:ext>
            </a:extLst>
          </p:cNvPr>
          <p:cNvSpPr>
            <a:spLocks xmlns:a="http://schemas.openxmlformats.org/drawingml/2006/main" noGrp="1"/>
          </p:cNvSpPr>
          <p:nvPr/>
        </p:nvSpPr>
        <p:spPr>
          <a:xfrm xmlns:a="http://schemas.openxmlformats.org/drawingml/2006/main">
            <a:off x="3914775" y="437197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26" name="">
            <a:extLst xmlns:a="http://schemas.openxmlformats.org/drawingml/2006/main">
              <a:ext uri="{FF2B5EF4-FFF2-40B4-BE49-F238E27FC236}">
                <a16:creationId xmlns:a16="http://schemas.microsoft.com/office/drawing/2014/main" id="{6A1134D0-30D9-438B-8AE3-A3E959EA9B8E}"/>
              </a:ext>
            </a:extLst>
          </p:cNvPr>
          <p:cNvSpPr>
            <a:spLocks xmlns:a="http://schemas.openxmlformats.org/drawingml/2006/main" noGrp="1"/>
          </p:cNvSpPr>
          <p:nvPr/>
        </p:nvSpPr>
        <p:spPr>
          <a:xfrm xmlns:a="http://schemas.openxmlformats.org/drawingml/2006/main">
            <a:off x="666750" y="4667250"/>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127" name="">
            <a:extLst xmlns:a="http://schemas.openxmlformats.org/drawingml/2006/main">
              <a:ext uri="{FF2B5EF4-FFF2-40B4-BE49-F238E27FC236}">
                <a16:creationId xmlns:a16="http://schemas.microsoft.com/office/drawing/2014/main" id="{EC42A0FC-65EB-47D5-BAB3-230C346413AF}"/>
              </a:ext>
            </a:extLst>
          </p:cNvPr>
          <p:cNvSpPr>
            <a:spLocks xmlns:a="http://schemas.openxmlformats.org/drawingml/2006/main" noGrp="1"/>
          </p:cNvSpPr>
          <p:nvPr/>
        </p:nvSpPr>
        <p:spPr>
          <a:xfrm xmlns:a="http://schemas.openxmlformats.org/drawingml/2006/main">
            <a:off x="962025" y="46672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28" name="">
            <a:extLst xmlns:a="http://schemas.openxmlformats.org/drawingml/2006/main">
              <a:ext uri="{FF2B5EF4-FFF2-40B4-BE49-F238E27FC236}">
                <a16:creationId xmlns:a16="http://schemas.microsoft.com/office/drawing/2014/main" id="{72588A90-1D6B-4583-8341-B9BDEFB332D0}"/>
              </a:ext>
            </a:extLst>
          </p:cNvPr>
          <p:cNvSpPr>
            <a:spLocks xmlns:a="http://schemas.openxmlformats.org/drawingml/2006/main" noGrp="1"/>
          </p:cNvSpPr>
          <p:nvPr/>
        </p:nvSpPr>
        <p:spPr>
          <a:xfrm xmlns:a="http://schemas.openxmlformats.org/drawingml/2006/main">
            <a:off x="1257300" y="46672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29" name="">
            <a:extLst xmlns:a="http://schemas.openxmlformats.org/drawingml/2006/main">
              <a:ext uri="{FF2B5EF4-FFF2-40B4-BE49-F238E27FC236}">
                <a16:creationId xmlns:a16="http://schemas.microsoft.com/office/drawing/2014/main" id="{D4071E74-6865-4A0D-BAD5-AF2BCB56ABF7}"/>
              </a:ext>
            </a:extLst>
          </p:cNvPr>
          <p:cNvSpPr>
            <a:spLocks xmlns:a="http://schemas.openxmlformats.org/drawingml/2006/main" noGrp="1"/>
          </p:cNvSpPr>
          <p:nvPr/>
        </p:nvSpPr>
        <p:spPr>
          <a:xfrm xmlns:a="http://schemas.openxmlformats.org/drawingml/2006/main">
            <a:off x="1552575" y="46672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30" name="">
            <a:extLst xmlns:a="http://schemas.openxmlformats.org/drawingml/2006/main">
              <a:ext uri="{FF2B5EF4-FFF2-40B4-BE49-F238E27FC236}">
                <a16:creationId xmlns:a16="http://schemas.microsoft.com/office/drawing/2014/main" id="{2659485B-D3EF-49CE-8DBE-ABD3AA3C4F2C}"/>
              </a:ext>
            </a:extLst>
          </p:cNvPr>
          <p:cNvSpPr>
            <a:spLocks xmlns:a="http://schemas.openxmlformats.org/drawingml/2006/main" noGrp="1"/>
          </p:cNvSpPr>
          <p:nvPr/>
        </p:nvSpPr>
        <p:spPr>
          <a:xfrm xmlns:a="http://schemas.openxmlformats.org/drawingml/2006/main">
            <a:off x="1847850" y="46672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31" name="">
            <a:extLst xmlns:a="http://schemas.openxmlformats.org/drawingml/2006/main">
              <a:ext uri="{FF2B5EF4-FFF2-40B4-BE49-F238E27FC236}">
                <a16:creationId xmlns:a16="http://schemas.microsoft.com/office/drawing/2014/main" id="{49BC6792-2B15-407B-8D38-82C738F0978A}"/>
              </a:ext>
            </a:extLst>
          </p:cNvPr>
          <p:cNvSpPr>
            <a:spLocks xmlns:a="http://schemas.openxmlformats.org/drawingml/2006/main" noGrp="1"/>
          </p:cNvSpPr>
          <p:nvPr/>
        </p:nvSpPr>
        <p:spPr>
          <a:xfrm xmlns:a="http://schemas.openxmlformats.org/drawingml/2006/main">
            <a:off x="2143125" y="46672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32" name="">
            <a:extLst xmlns:a="http://schemas.openxmlformats.org/drawingml/2006/main">
              <a:ext uri="{FF2B5EF4-FFF2-40B4-BE49-F238E27FC236}">
                <a16:creationId xmlns:a16="http://schemas.microsoft.com/office/drawing/2014/main" id="{4DA91B43-F226-4664-8640-119AAC849D3F}"/>
              </a:ext>
            </a:extLst>
          </p:cNvPr>
          <p:cNvSpPr>
            <a:spLocks xmlns:a="http://schemas.openxmlformats.org/drawingml/2006/main" noGrp="1"/>
          </p:cNvSpPr>
          <p:nvPr/>
        </p:nvSpPr>
        <p:spPr>
          <a:xfrm xmlns:a="http://schemas.openxmlformats.org/drawingml/2006/main">
            <a:off x="2438400" y="46672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33" name="">
            <a:extLst xmlns:a="http://schemas.openxmlformats.org/drawingml/2006/main">
              <a:ext uri="{FF2B5EF4-FFF2-40B4-BE49-F238E27FC236}">
                <a16:creationId xmlns:a16="http://schemas.microsoft.com/office/drawing/2014/main" id="{49959B6F-D582-4DB9-BD15-199F5A7BC8FD}"/>
              </a:ext>
            </a:extLst>
          </p:cNvPr>
          <p:cNvSpPr>
            <a:spLocks xmlns:a="http://schemas.openxmlformats.org/drawingml/2006/main" noGrp="1"/>
          </p:cNvSpPr>
          <p:nvPr/>
        </p:nvSpPr>
        <p:spPr>
          <a:xfrm xmlns:a="http://schemas.openxmlformats.org/drawingml/2006/main">
            <a:off x="2733675" y="46672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34" name="">
            <a:extLst xmlns:a="http://schemas.openxmlformats.org/drawingml/2006/main">
              <a:ext uri="{FF2B5EF4-FFF2-40B4-BE49-F238E27FC236}">
                <a16:creationId xmlns:a16="http://schemas.microsoft.com/office/drawing/2014/main" id="{0EDE97B5-D592-4A07-BF43-2A74E3A0A2E7}"/>
              </a:ext>
            </a:extLst>
          </p:cNvPr>
          <p:cNvSpPr>
            <a:spLocks xmlns:a="http://schemas.openxmlformats.org/drawingml/2006/main" noGrp="1"/>
          </p:cNvSpPr>
          <p:nvPr/>
        </p:nvSpPr>
        <p:spPr>
          <a:xfrm xmlns:a="http://schemas.openxmlformats.org/drawingml/2006/main">
            <a:off x="3028950" y="4667250"/>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35" name="">
            <a:extLst xmlns:a="http://schemas.openxmlformats.org/drawingml/2006/main">
              <a:ext uri="{FF2B5EF4-FFF2-40B4-BE49-F238E27FC236}">
                <a16:creationId xmlns:a16="http://schemas.microsoft.com/office/drawing/2014/main" id="{3E1530E8-5A22-400B-B310-8F8E4604471A}"/>
              </a:ext>
            </a:extLst>
          </p:cNvPr>
          <p:cNvSpPr>
            <a:spLocks xmlns:a="http://schemas.openxmlformats.org/drawingml/2006/main" noGrp="1"/>
          </p:cNvSpPr>
          <p:nvPr/>
        </p:nvSpPr>
        <p:spPr>
          <a:xfrm xmlns:a="http://schemas.openxmlformats.org/drawingml/2006/main">
            <a:off x="3324225" y="4667250"/>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136" name="">
            <a:extLst xmlns:a="http://schemas.openxmlformats.org/drawingml/2006/main">
              <a:ext uri="{FF2B5EF4-FFF2-40B4-BE49-F238E27FC236}">
                <a16:creationId xmlns:a16="http://schemas.microsoft.com/office/drawing/2014/main" id="{1D27A5DF-F466-4F0E-91D3-A9581B780952}"/>
              </a:ext>
            </a:extLst>
          </p:cNvPr>
          <p:cNvSpPr>
            <a:spLocks xmlns:a="http://schemas.openxmlformats.org/drawingml/2006/main" noGrp="1"/>
          </p:cNvSpPr>
          <p:nvPr/>
        </p:nvSpPr>
        <p:spPr>
          <a:xfrm xmlns:a="http://schemas.openxmlformats.org/drawingml/2006/main">
            <a:off x="3619500" y="4667250"/>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137" name="">
            <a:extLst xmlns:a="http://schemas.openxmlformats.org/drawingml/2006/main">
              <a:ext uri="{FF2B5EF4-FFF2-40B4-BE49-F238E27FC236}">
                <a16:creationId xmlns:a16="http://schemas.microsoft.com/office/drawing/2014/main" id="{CC66602A-19F6-4800-8B74-2584A8C19752}"/>
              </a:ext>
            </a:extLst>
          </p:cNvPr>
          <p:cNvSpPr>
            <a:spLocks xmlns:a="http://schemas.openxmlformats.org/drawingml/2006/main" noGrp="1"/>
          </p:cNvSpPr>
          <p:nvPr/>
        </p:nvSpPr>
        <p:spPr>
          <a:xfrm xmlns:a="http://schemas.openxmlformats.org/drawingml/2006/main">
            <a:off x="3914775" y="4667250"/>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138" name="">
            <a:extLst xmlns:a="http://schemas.openxmlformats.org/drawingml/2006/main">
              <a:ext uri="{FF2B5EF4-FFF2-40B4-BE49-F238E27FC236}">
                <a16:creationId xmlns:a16="http://schemas.microsoft.com/office/drawing/2014/main" id="{ACEBFB43-91AA-4E24-9D9C-CF17ECFCA678}"/>
              </a:ext>
            </a:extLst>
          </p:cNvPr>
          <p:cNvSpPr>
            <a:spLocks xmlns:a="http://schemas.openxmlformats.org/drawingml/2006/main" noGrp="1"/>
          </p:cNvSpPr>
          <p:nvPr/>
        </p:nvSpPr>
        <p:spPr>
          <a:xfrm xmlns:a="http://schemas.openxmlformats.org/drawingml/2006/main">
            <a:off x="666750" y="4962525"/>
            <a:ext cx="295275" cy="295275"/>
          </a:xfrm>
          <a:prstGeom xmlns:a="http://schemas.openxmlformats.org/drawingml/2006/main" prst="rect">
            <a:avLst/>
          </a:prstGeom>
          <a:solidFill xmlns:a="http://schemas.openxmlformats.org/drawingml/2006/main">
            <a:srgbClr val="F28C28"/>
          </a:solidFill>
          <a:ln xmlns:a="http://schemas.openxmlformats.org/drawingml/2006/main" w="9525">
            <a:solidFill>
              <a:srgbClr val="D7E1EA"/>
            </a:solidFill>
          </a:ln>
        </p:spPr>
      </p:sp>
      <p:sp>
        <p:nvSpPr>
          <p:cNvPr id="139" name="">
            <a:extLst xmlns:a="http://schemas.openxmlformats.org/drawingml/2006/main">
              <a:ext uri="{FF2B5EF4-FFF2-40B4-BE49-F238E27FC236}">
                <a16:creationId xmlns:a16="http://schemas.microsoft.com/office/drawing/2014/main" id="{78DA15FE-F9D1-46D1-A96C-7316C7C4DBA4}"/>
              </a:ext>
            </a:extLst>
          </p:cNvPr>
          <p:cNvSpPr>
            <a:spLocks xmlns:a="http://schemas.openxmlformats.org/drawingml/2006/main" noGrp="1"/>
          </p:cNvSpPr>
          <p:nvPr/>
        </p:nvSpPr>
        <p:spPr>
          <a:xfrm xmlns:a="http://schemas.openxmlformats.org/drawingml/2006/main">
            <a:off x="962025" y="49625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40" name="">
            <a:extLst xmlns:a="http://schemas.openxmlformats.org/drawingml/2006/main">
              <a:ext uri="{FF2B5EF4-FFF2-40B4-BE49-F238E27FC236}">
                <a16:creationId xmlns:a16="http://schemas.microsoft.com/office/drawing/2014/main" id="{126F8527-DB06-42FE-A38E-D98F292DAD69}"/>
              </a:ext>
            </a:extLst>
          </p:cNvPr>
          <p:cNvSpPr>
            <a:spLocks xmlns:a="http://schemas.openxmlformats.org/drawingml/2006/main" noGrp="1"/>
          </p:cNvSpPr>
          <p:nvPr/>
        </p:nvSpPr>
        <p:spPr>
          <a:xfrm xmlns:a="http://schemas.openxmlformats.org/drawingml/2006/main">
            <a:off x="1257300" y="49625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41" name="">
            <a:extLst xmlns:a="http://schemas.openxmlformats.org/drawingml/2006/main">
              <a:ext uri="{FF2B5EF4-FFF2-40B4-BE49-F238E27FC236}">
                <a16:creationId xmlns:a16="http://schemas.microsoft.com/office/drawing/2014/main" id="{1B4FCEE8-92CC-49EB-A273-35E68AE36D2C}"/>
              </a:ext>
            </a:extLst>
          </p:cNvPr>
          <p:cNvSpPr>
            <a:spLocks xmlns:a="http://schemas.openxmlformats.org/drawingml/2006/main" noGrp="1"/>
          </p:cNvSpPr>
          <p:nvPr/>
        </p:nvSpPr>
        <p:spPr>
          <a:xfrm xmlns:a="http://schemas.openxmlformats.org/drawingml/2006/main">
            <a:off x="1552575" y="49625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42" name="">
            <a:extLst xmlns:a="http://schemas.openxmlformats.org/drawingml/2006/main">
              <a:ext uri="{FF2B5EF4-FFF2-40B4-BE49-F238E27FC236}">
                <a16:creationId xmlns:a16="http://schemas.microsoft.com/office/drawing/2014/main" id="{BB04AC8D-6F5A-4BAB-B09E-E14D77034B9C}"/>
              </a:ext>
            </a:extLst>
          </p:cNvPr>
          <p:cNvSpPr>
            <a:spLocks xmlns:a="http://schemas.openxmlformats.org/drawingml/2006/main" noGrp="1"/>
          </p:cNvSpPr>
          <p:nvPr/>
        </p:nvSpPr>
        <p:spPr>
          <a:xfrm xmlns:a="http://schemas.openxmlformats.org/drawingml/2006/main">
            <a:off x="1847850" y="49625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43" name="">
            <a:extLst xmlns:a="http://schemas.openxmlformats.org/drawingml/2006/main">
              <a:ext uri="{FF2B5EF4-FFF2-40B4-BE49-F238E27FC236}">
                <a16:creationId xmlns:a16="http://schemas.microsoft.com/office/drawing/2014/main" id="{644D66BB-B21F-44B6-99D3-13961BB38BD3}"/>
              </a:ext>
            </a:extLst>
          </p:cNvPr>
          <p:cNvSpPr>
            <a:spLocks xmlns:a="http://schemas.openxmlformats.org/drawingml/2006/main" noGrp="1"/>
          </p:cNvSpPr>
          <p:nvPr/>
        </p:nvSpPr>
        <p:spPr>
          <a:xfrm xmlns:a="http://schemas.openxmlformats.org/drawingml/2006/main">
            <a:off x="2143125" y="49625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44" name="">
            <a:extLst xmlns:a="http://schemas.openxmlformats.org/drawingml/2006/main">
              <a:ext uri="{FF2B5EF4-FFF2-40B4-BE49-F238E27FC236}">
                <a16:creationId xmlns:a16="http://schemas.microsoft.com/office/drawing/2014/main" id="{6267C009-4EE7-4974-A363-58F6C68BDBD1}"/>
              </a:ext>
            </a:extLst>
          </p:cNvPr>
          <p:cNvSpPr>
            <a:spLocks xmlns:a="http://schemas.openxmlformats.org/drawingml/2006/main" noGrp="1"/>
          </p:cNvSpPr>
          <p:nvPr/>
        </p:nvSpPr>
        <p:spPr>
          <a:xfrm xmlns:a="http://schemas.openxmlformats.org/drawingml/2006/main">
            <a:off x="2438400" y="49625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45" name="">
            <a:extLst xmlns:a="http://schemas.openxmlformats.org/drawingml/2006/main">
              <a:ext uri="{FF2B5EF4-FFF2-40B4-BE49-F238E27FC236}">
                <a16:creationId xmlns:a16="http://schemas.microsoft.com/office/drawing/2014/main" id="{FAC5B75F-1690-404B-BE53-DFD9591F0116}"/>
              </a:ext>
            </a:extLst>
          </p:cNvPr>
          <p:cNvSpPr>
            <a:spLocks xmlns:a="http://schemas.openxmlformats.org/drawingml/2006/main" noGrp="1"/>
          </p:cNvSpPr>
          <p:nvPr/>
        </p:nvSpPr>
        <p:spPr>
          <a:xfrm xmlns:a="http://schemas.openxmlformats.org/drawingml/2006/main">
            <a:off x="2733675" y="49625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46" name="">
            <a:extLst xmlns:a="http://schemas.openxmlformats.org/drawingml/2006/main">
              <a:ext uri="{FF2B5EF4-FFF2-40B4-BE49-F238E27FC236}">
                <a16:creationId xmlns:a16="http://schemas.microsoft.com/office/drawing/2014/main" id="{1DE45A67-AEC4-40C4-866A-FBE0483796A1}"/>
              </a:ext>
            </a:extLst>
          </p:cNvPr>
          <p:cNvSpPr>
            <a:spLocks xmlns:a="http://schemas.openxmlformats.org/drawingml/2006/main" noGrp="1"/>
          </p:cNvSpPr>
          <p:nvPr/>
        </p:nvSpPr>
        <p:spPr>
          <a:xfrm xmlns:a="http://schemas.openxmlformats.org/drawingml/2006/main">
            <a:off x="3028950" y="49625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47" name="">
            <a:extLst xmlns:a="http://schemas.openxmlformats.org/drawingml/2006/main">
              <a:ext uri="{FF2B5EF4-FFF2-40B4-BE49-F238E27FC236}">
                <a16:creationId xmlns:a16="http://schemas.microsoft.com/office/drawing/2014/main" id="{94009006-93AD-47C4-A25F-277EE70BC046}"/>
              </a:ext>
            </a:extLst>
          </p:cNvPr>
          <p:cNvSpPr>
            <a:spLocks xmlns:a="http://schemas.openxmlformats.org/drawingml/2006/main" noGrp="1"/>
          </p:cNvSpPr>
          <p:nvPr/>
        </p:nvSpPr>
        <p:spPr>
          <a:xfrm xmlns:a="http://schemas.openxmlformats.org/drawingml/2006/main">
            <a:off x="3324225" y="4962525"/>
            <a:ext cx="2952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48" name="">
            <a:extLst xmlns:a="http://schemas.openxmlformats.org/drawingml/2006/main">
              <a:ext uri="{FF2B5EF4-FFF2-40B4-BE49-F238E27FC236}">
                <a16:creationId xmlns:a16="http://schemas.microsoft.com/office/drawing/2014/main" id="{98E3C506-878C-4CCE-9BEF-1567B436BC01}"/>
              </a:ext>
            </a:extLst>
          </p:cNvPr>
          <p:cNvSpPr>
            <a:spLocks xmlns:a="http://schemas.openxmlformats.org/drawingml/2006/main" noGrp="1"/>
          </p:cNvSpPr>
          <p:nvPr/>
        </p:nvSpPr>
        <p:spPr>
          <a:xfrm xmlns:a="http://schemas.openxmlformats.org/drawingml/2006/main">
            <a:off x="3619500" y="496252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149" name="">
            <a:extLst xmlns:a="http://schemas.openxmlformats.org/drawingml/2006/main">
              <a:ext uri="{FF2B5EF4-FFF2-40B4-BE49-F238E27FC236}">
                <a16:creationId xmlns:a16="http://schemas.microsoft.com/office/drawing/2014/main" id="{11B4567A-E5C2-4081-81DB-E3E4F3D93160}"/>
              </a:ext>
            </a:extLst>
          </p:cNvPr>
          <p:cNvSpPr>
            <a:spLocks xmlns:a="http://schemas.openxmlformats.org/drawingml/2006/main" noGrp="1"/>
          </p:cNvSpPr>
          <p:nvPr/>
        </p:nvSpPr>
        <p:spPr>
          <a:xfrm xmlns:a="http://schemas.openxmlformats.org/drawingml/2006/main">
            <a:off x="3914775" y="4962525"/>
            <a:ext cx="295275" cy="295275"/>
          </a:xfrm>
          <a:prstGeom xmlns:a="http://schemas.openxmlformats.org/drawingml/2006/main" prst="rect">
            <a:avLst/>
          </a:prstGeom>
          <a:solidFill xmlns:a="http://schemas.openxmlformats.org/drawingml/2006/main">
            <a:srgbClr val="2D6CDF"/>
          </a:solidFill>
          <a:ln xmlns:a="http://schemas.openxmlformats.org/drawingml/2006/main" w="9525">
            <a:solidFill>
              <a:srgbClr val="D7E1EA"/>
            </a:solidFill>
          </a:ln>
        </p:spPr>
      </p:sp>
      <p:sp>
        <p:nvSpPr>
          <p:cNvPr id="150" name="">
            <a:extLst xmlns:a="http://schemas.openxmlformats.org/drawingml/2006/main">
              <a:ext uri="{FF2B5EF4-FFF2-40B4-BE49-F238E27FC236}">
                <a16:creationId xmlns:a16="http://schemas.microsoft.com/office/drawing/2014/main" id="{FA603BB7-1659-4EAD-99E7-6EEF9A2288D3}"/>
              </a:ext>
            </a:extLst>
          </p:cNvPr>
          <p:cNvSpPr>
            <a:spLocks xmlns:a="http://schemas.openxmlformats.org/drawingml/2006/main" noGrp="1"/>
          </p:cNvSpPr>
          <p:nvPr/>
        </p:nvSpPr>
        <p:spPr>
          <a:xfrm xmlns:a="http://schemas.openxmlformats.org/drawingml/2006/main">
            <a:off x="171450" y="3286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071"/>
          </a:bodyPr>
          <a:lstStyle xmlns:a="http://schemas.openxmlformats.org/drawingml/2006/main"/>
          <a:p xmlns:a="http://schemas.openxmlformats.org/drawingml/2006/main">
            <a:pPr>
              <a:defRPr sz="900" b="1">
                <a:solidFill>
                  <a:srgbClr val="5F7184"/>
                </a:solidFill>
                <a:latin typeface="Arial"/>
                <a:ea typeface="Arial"/>
                <a:cs typeface="Arial"/>
              </a:defRPr>
            </a:pPr>
            <a:r>
              <a:rPr sz="900" b="1">
                <a:solidFill>
                  <a:srgbClr val="5F7184"/>
                </a:solidFill>
                <a:latin typeface="Arial"/>
                <a:ea typeface="Arial"/>
                <a:cs typeface="Arial"/>
              </a:rPr>
              <a:t>Query</a:t>
            </a:r>
          </a:p>
        </p:txBody>
      </p:sp>
      <p:sp>
        <p:nvSpPr>
          <p:cNvPr id="151" name="">
            <a:extLst xmlns:a="http://schemas.openxmlformats.org/drawingml/2006/main">
              <a:ext uri="{FF2B5EF4-FFF2-40B4-BE49-F238E27FC236}">
                <a16:creationId xmlns:a16="http://schemas.microsoft.com/office/drawing/2014/main" id="{ECC97FB3-A610-498C-9AE8-C1705FC1A302}"/>
              </a:ext>
            </a:extLst>
          </p:cNvPr>
          <p:cNvSpPr>
            <a:spLocks xmlns:a="http://schemas.openxmlformats.org/drawingml/2006/main" noGrp="1"/>
          </p:cNvSpPr>
          <p:nvPr/>
        </p:nvSpPr>
        <p:spPr>
          <a:xfrm xmlns:a="http://schemas.openxmlformats.org/drawingml/2006/main">
            <a:off x="1962150" y="13811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5F7184"/>
                </a:solidFill>
                <a:latin typeface="Arial"/>
                <a:ea typeface="Arial"/>
                <a:cs typeface="Arial"/>
              </a:defRPr>
            </a:pPr>
            <a:r>
              <a:rPr sz="900" b="1">
                <a:solidFill>
                  <a:srgbClr val="5F7184"/>
                </a:solidFill>
                <a:latin typeface="Arial"/>
                <a:ea typeface="Arial"/>
                <a:cs typeface="Arial"/>
              </a:rPr>
              <a:t>Key</a:t>
            </a:r>
          </a:p>
        </p:txBody>
      </p:sp>
      <p:sp>
        <p:nvSpPr>
          <p:cNvPr id="152" name="">
            <a:extLst xmlns:a="http://schemas.openxmlformats.org/drawingml/2006/main">
              <a:ext uri="{FF2B5EF4-FFF2-40B4-BE49-F238E27FC236}">
                <a16:creationId xmlns:a16="http://schemas.microsoft.com/office/drawing/2014/main" id="{A74C89DA-AF65-46D1-A8E8-FB08A1844C6B}"/>
              </a:ext>
            </a:extLst>
          </p:cNvPr>
          <p:cNvSpPr>
            <a:spLocks xmlns:a="http://schemas.openxmlformats.org/drawingml/2006/main" noGrp="1"/>
          </p:cNvSpPr>
          <p:nvPr/>
        </p:nvSpPr>
        <p:spPr>
          <a:xfrm xmlns:a="http://schemas.openxmlformats.org/drawingml/2006/main">
            <a:off x="4552950" y="164782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defRPr sz="1575" b="1">
                <a:solidFill>
                  <a:srgbClr val="2D6CDF"/>
                </a:solidFill>
                <a:latin typeface="Arial"/>
                <a:ea typeface="Arial"/>
                <a:cs typeface="Arial"/>
              </a:defRPr>
            </a:pPr>
            <a:r>
              <a:rPr sz="1575" b="1">
                <a:solidFill>
                  <a:srgbClr val="2D6CDF"/>
                </a:solidFill>
                <a:latin typeface="Arial"/>
                <a:ea typeface="Arial"/>
                <a:cs typeface="Arial"/>
              </a:rPr>
              <a:t>Local window</a:t>
            </a:r>
          </a:p>
        </p:txBody>
      </p:sp>
      <p:sp>
        <p:nvSpPr>
          <p:cNvPr id="153" name="">
            <a:extLst xmlns:a="http://schemas.openxmlformats.org/drawingml/2006/main">
              <a:ext uri="{FF2B5EF4-FFF2-40B4-BE49-F238E27FC236}">
                <a16:creationId xmlns:a16="http://schemas.microsoft.com/office/drawing/2014/main" id="{4EF7C90F-6C0E-42B1-9479-6930B4879BE7}"/>
              </a:ext>
            </a:extLst>
          </p:cNvPr>
          <p:cNvSpPr>
            <a:spLocks xmlns:a="http://schemas.openxmlformats.org/drawingml/2006/main" noGrp="1"/>
          </p:cNvSpPr>
          <p:nvPr/>
        </p:nvSpPr>
        <p:spPr>
          <a:xfrm xmlns:a="http://schemas.openxmlformats.org/drawingml/2006/main">
            <a:off x="4552950" y="1971675"/>
            <a:ext cx="328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Mỗi token đọc vùng lân cận để nối ý giữa các câu gần nhau.</a:t>
            </a:r>
          </a:p>
        </p:txBody>
      </p:sp>
      <p:sp>
        <p:nvSpPr>
          <p:cNvPr id="154" name="">
            <a:extLst xmlns:a="http://schemas.openxmlformats.org/drawingml/2006/main">
              <a:ext uri="{FF2B5EF4-FFF2-40B4-BE49-F238E27FC236}">
                <a16:creationId xmlns:a16="http://schemas.microsoft.com/office/drawing/2014/main" id="{1A765FE9-A6E2-4277-9F74-29FF0890CA12}"/>
              </a:ext>
            </a:extLst>
          </p:cNvPr>
          <p:cNvSpPr>
            <a:spLocks xmlns:a="http://schemas.openxmlformats.org/drawingml/2006/main" noGrp="1"/>
          </p:cNvSpPr>
          <p:nvPr/>
        </p:nvSpPr>
        <p:spPr>
          <a:xfrm xmlns:a="http://schemas.openxmlformats.org/drawingml/2006/main">
            <a:off x="4552950" y="29622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defRPr sz="1575" b="1">
                <a:solidFill>
                  <a:srgbClr val="F28C28"/>
                </a:solidFill>
                <a:latin typeface="Arial"/>
                <a:ea typeface="Arial"/>
                <a:cs typeface="Arial"/>
              </a:defRPr>
            </a:pPr>
            <a:r>
              <a:rPr sz="1575" b="1">
                <a:solidFill>
                  <a:srgbClr val="F28C28"/>
                </a:solidFill>
                <a:latin typeface="Arial"/>
                <a:ea typeface="Arial"/>
                <a:cs typeface="Arial"/>
              </a:rPr>
              <a:t>Global attention</a:t>
            </a:r>
          </a:p>
        </p:txBody>
      </p:sp>
      <p:sp>
        <p:nvSpPr>
          <p:cNvPr id="155" name="">
            <a:extLst xmlns:a="http://schemas.openxmlformats.org/drawingml/2006/main">
              <a:ext uri="{FF2B5EF4-FFF2-40B4-BE49-F238E27FC236}">
                <a16:creationId xmlns:a16="http://schemas.microsoft.com/office/drawing/2014/main" id="{71FF6C7B-4ECF-452E-A2F6-02056A0630BA}"/>
              </a:ext>
            </a:extLst>
          </p:cNvPr>
          <p:cNvSpPr>
            <a:spLocks xmlns:a="http://schemas.openxmlformats.org/drawingml/2006/main" noGrp="1"/>
          </p:cNvSpPr>
          <p:nvPr/>
        </p:nvSpPr>
        <p:spPr>
          <a:xfrm xmlns:a="http://schemas.openxmlformats.org/drawingml/2006/main">
            <a:off x="4552950" y="3286125"/>
            <a:ext cx="328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Một số token trao đổi thông tin với toàn bộ tài liệu.</a:t>
            </a:r>
          </a:p>
        </p:txBody>
      </p:sp>
      <p:sp>
        <p:nvSpPr>
          <p:cNvPr id="156" name="">
            <a:extLst xmlns:a="http://schemas.openxmlformats.org/drawingml/2006/main">
              <a:ext uri="{FF2B5EF4-FFF2-40B4-BE49-F238E27FC236}">
                <a16:creationId xmlns:a16="http://schemas.microsoft.com/office/drawing/2014/main" id="{E030CF92-4246-44E7-A7A1-A66780E7FB25}"/>
              </a:ext>
            </a:extLst>
          </p:cNvPr>
          <p:cNvSpPr>
            <a:spLocks xmlns:a="http://schemas.openxmlformats.org/drawingml/2006/main" noGrp="1"/>
          </p:cNvSpPr>
          <p:nvPr/>
        </p:nvSpPr>
        <p:spPr>
          <a:xfrm xmlns:a="http://schemas.openxmlformats.org/drawingml/2006/main">
            <a:off x="8153400" y="1562100"/>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650" b="1">
                <a:solidFill>
                  <a:srgbClr val="0B1F33"/>
                </a:solidFill>
                <a:latin typeface="Arial"/>
                <a:ea typeface="Arial"/>
                <a:cs typeface="Arial"/>
              </a:defRPr>
            </a:pPr>
            <a:r>
              <a:rPr sz="1650" b="1">
                <a:solidFill>
                  <a:srgbClr val="0B1F33"/>
                </a:solidFill>
                <a:latin typeface="Arial"/>
                <a:ea typeface="Arial"/>
                <a:cs typeface="Arial"/>
              </a:rPr>
              <a:t>Ví dụ: hỏi đáp trên tài liệu 10.000 token</a:t>
            </a:r>
          </a:p>
        </p:txBody>
      </p:sp>
      <p:sp>
        <p:nvSpPr>
          <p:cNvPr id="157" name="">
            <a:extLst xmlns:a="http://schemas.openxmlformats.org/drawingml/2006/main">
              <a:ext uri="{FF2B5EF4-FFF2-40B4-BE49-F238E27FC236}">
                <a16:creationId xmlns:a16="http://schemas.microsoft.com/office/drawing/2014/main" id="{18303C4E-9AFE-4368-B149-AB771B455F4B}"/>
              </a:ext>
            </a:extLst>
          </p:cNvPr>
          <p:cNvSpPr>
            <a:spLocks xmlns:a="http://schemas.openxmlformats.org/drawingml/2006/main" noGrp="1"/>
          </p:cNvSpPr>
          <p:nvPr/>
        </p:nvSpPr>
        <p:spPr>
          <a:xfrm xmlns:a="http://schemas.openxmlformats.org/drawingml/2006/main">
            <a:off x="8334375" y="2343150"/>
            <a:ext cx="2571750" cy="200025"/>
          </a:xfrm>
          <a:prstGeom xmlns:a="http://schemas.openxmlformats.org/drawingml/2006/main" prst="roundRect">
            <a:avLst>
              <a:gd name="adj" fmla="val 38095"/>
            </a:avLst>
          </a:prstGeom>
          <a:solidFill xmlns:a="http://schemas.openxmlformats.org/drawingml/2006/main">
            <a:srgbClr val="E7EDF3"/>
          </a:solidFill>
          <a:ln xmlns:a="http://schemas.openxmlformats.org/drawingml/2006/main" w="0">
            <a:noFill/>
          </a:ln>
        </p:spPr>
      </p:sp>
      <p:sp>
        <p:nvSpPr>
          <p:cNvPr id="158" name="">
            <a:extLst xmlns:a="http://schemas.openxmlformats.org/drawingml/2006/main">
              <a:ext uri="{FF2B5EF4-FFF2-40B4-BE49-F238E27FC236}">
                <a16:creationId xmlns:a16="http://schemas.microsoft.com/office/drawing/2014/main" id="{7C2C20BF-23E6-4D6B-BED4-20BC77EF0D63}"/>
              </a:ext>
            </a:extLst>
          </p:cNvPr>
          <p:cNvSpPr>
            <a:spLocks xmlns:a="http://schemas.openxmlformats.org/drawingml/2006/main" noGrp="1"/>
          </p:cNvSpPr>
          <p:nvPr/>
        </p:nvSpPr>
        <p:spPr>
          <a:xfrm xmlns:a="http://schemas.openxmlformats.org/drawingml/2006/main">
            <a:off x="8334375" y="2647950"/>
            <a:ext cx="2571750" cy="200025"/>
          </a:xfrm>
          <a:prstGeom xmlns:a="http://schemas.openxmlformats.org/drawingml/2006/main" prst="roundRect">
            <a:avLst>
              <a:gd name="adj" fmla="val 38095"/>
            </a:avLst>
          </a:prstGeom>
          <a:solidFill xmlns:a="http://schemas.openxmlformats.org/drawingml/2006/main">
            <a:srgbClr val="E7EDF3"/>
          </a:solidFill>
          <a:ln xmlns:a="http://schemas.openxmlformats.org/drawingml/2006/main" w="0">
            <a:noFill/>
          </a:ln>
        </p:spPr>
      </p:sp>
      <p:sp>
        <p:nvSpPr>
          <p:cNvPr id="159" name="">
            <a:extLst xmlns:a="http://schemas.openxmlformats.org/drawingml/2006/main">
              <a:ext uri="{FF2B5EF4-FFF2-40B4-BE49-F238E27FC236}">
                <a16:creationId xmlns:a16="http://schemas.microsoft.com/office/drawing/2014/main" id="{D246CB26-9979-4912-9BFC-FD0D61605F5E}"/>
              </a:ext>
            </a:extLst>
          </p:cNvPr>
          <p:cNvSpPr>
            <a:spLocks xmlns:a="http://schemas.openxmlformats.org/drawingml/2006/main" noGrp="1"/>
          </p:cNvSpPr>
          <p:nvPr/>
        </p:nvSpPr>
        <p:spPr>
          <a:xfrm xmlns:a="http://schemas.openxmlformats.org/drawingml/2006/main">
            <a:off x="8334375" y="2952750"/>
            <a:ext cx="2571750" cy="200025"/>
          </a:xfrm>
          <a:prstGeom xmlns:a="http://schemas.openxmlformats.org/drawingml/2006/main" prst="roundRect">
            <a:avLst>
              <a:gd name="adj" fmla="val 38095"/>
            </a:avLst>
          </a:prstGeom>
          <a:solidFill xmlns:a="http://schemas.openxmlformats.org/drawingml/2006/main">
            <a:srgbClr val="E7EDF3"/>
          </a:solidFill>
          <a:ln xmlns:a="http://schemas.openxmlformats.org/drawingml/2006/main" w="0">
            <a:noFill/>
          </a:ln>
        </p:spPr>
      </p:sp>
      <p:sp>
        <p:nvSpPr>
          <p:cNvPr id="160" name="">
            <a:extLst xmlns:a="http://schemas.openxmlformats.org/drawingml/2006/main">
              <a:ext uri="{FF2B5EF4-FFF2-40B4-BE49-F238E27FC236}">
                <a16:creationId xmlns:a16="http://schemas.microsoft.com/office/drawing/2014/main" id="{90897986-7F5C-4D29-A301-61A3A8BA4116}"/>
              </a:ext>
            </a:extLst>
          </p:cNvPr>
          <p:cNvSpPr>
            <a:spLocks xmlns:a="http://schemas.openxmlformats.org/drawingml/2006/main" noGrp="1"/>
          </p:cNvSpPr>
          <p:nvPr/>
        </p:nvSpPr>
        <p:spPr>
          <a:xfrm xmlns:a="http://schemas.openxmlformats.org/drawingml/2006/main">
            <a:off x="8334375" y="3257550"/>
            <a:ext cx="2571750" cy="200025"/>
          </a:xfrm>
          <a:prstGeom xmlns:a="http://schemas.openxmlformats.org/drawingml/2006/main" prst="roundRect">
            <a:avLst>
              <a:gd name="adj" fmla="val 38095"/>
            </a:avLst>
          </a:prstGeom>
          <a:solidFill xmlns:a="http://schemas.openxmlformats.org/drawingml/2006/main">
            <a:srgbClr val="E7EDF3"/>
          </a:solidFill>
          <a:ln xmlns:a="http://schemas.openxmlformats.org/drawingml/2006/main" w="0">
            <a:noFill/>
          </a:ln>
        </p:spPr>
      </p:sp>
      <p:sp>
        <p:nvSpPr>
          <p:cNvPr id="161" name="">
            <a:extLst xmlns:a="http://schemas.openxmlformats.org/drawingml/2006/main">
              <a:ext uri="{FF2B5EF4-FFF2-40B4-BE49-F238E27FC236}">
                <a16:creationId xmlns:a16="http://schemas.microsoft.com/office/drawing/2014/main" id="{5AB2F694-D592-47D8-B229-E66DE836BE3D}"/>
              </a:ext>
            </a:extLst>
          </p:cNvPr>
          <p:cNvSpPr>
            <a:spLocks xmlns:a="http://schemas.openxmlformats.org/drawingml/2006/main" noGrp="1"/>
          </p:cNvSpPr>
          <p:nvPr/>
        </p:nvSpPr>
        <p:spPr>
          <a:xfrm xmlns:a="http://schemas.openxmlformats.org/drawingml/2006/main">
            <a:off x="8334375" y="3562350"/>
            <a:ext cx="2571750" cy="200025"/>
          </a:xfrm>
          <a:prstGeom xmlns:a="http://schemas.openxmlformats.org/drawingml/2006/main" prst="roundRect">
            <a:avLst>
              <a:gd name="adj" fmla="val 38095"/>
            </a:avLst>
          </a:prstGeom>
          <a:solidFill xmlns:a="http://schemas.openxmlformats.org/drawingml/2006/main">
            <a:srgbClr val="DDEBFF"/>
          </a:solidFill>
          <a:ln xmlns:a="http://schemas.openxmlformats.org/drawingml/2006/main" w="0">
            <a:noFill/>
          </a:ln>
        </p:spPr>
      </p:sp>
      <p:sp>
        <p:nvSpPr>
          <p:cNvPr id="162" name="">
            <a:extLst xmlns:a="http://schemas.openxmlformats.org/drawingml/2006/main">
              <a:ext uri="{FF2B5EF4-FFF2-40B4-BE49-F238E27FC236}">
                <a16:creationId xmlns:a16="http://schemas.microsoft.com/office/drawing/2014/main" id="{DE3466FE-87BE-40C9-9CE0-2F199DC33EE8}"/>
              </a:ext>
            </a:extLst>
          </p:cNvPr>
          <p:cNvSpPr>
            <a:spLocks xmlns:a="http://schemas.openxmlformats.org/drawingml/2006/main" noGrp="1"/>
          </p:cNvSpPr>
          <p:nvPr/>
        </p:nvSpPr>
        <p:spPr>
          <a:xfrm xmlns:a="http://schemas.openxmlformats.org/drawingml/2006/main">
            <a:off x="8334375" y="3867150"/>
            <a:ext cx="2571750" cy="200025"/>
          </a:xfrm>
          <a:prstGeom xmlns:a="http://schemas.openxmlformats.org/drawingml/2006/main" prst="roundRect">
            <a:avLst>
              <a:gd name="adj" fmla="val 38095"/>
            </a:avLst>
          </a:prstGeom>
          <a:solidFill xmlns:a="http://schemas.openxmlformats.org/drawingml/2006/main">
            <a:srgbClr val="E7EDF3"/>
          </a:solidFill>
          <a:ln xmlns:a="http://schemas.openxmlformats.org/drawingml/2006/main" w="0">
            <a:noFill/>
          </a:ln>
        </p:spPr>
      </p:sp>
      <p:sp>
        <p:nvSpPr>
          <p:cNvPr id="163" name="">
            <a:extLst xmlns:a="http://schemas.openxmlformats.org/drawingml/2006/main">
              <a:ext uri="{FF2B5EF4-FFF2-40B4-BE49-F238E27FC236}">
                <a16:creationId xmlns:a16="http://schemas.microsoft.com/office/drawing/2014/main" id="{084BB3CB-B346-4448-AA04-234AA6945D5D}"/>
              </a:ext>
            </a:extLst>
          </p:cNvPr>
          <p:cNvSpPr>
            <a:spLocks xmlns:a="http://schemas.openxmlformats.org/drawingml/2006/main" noGrp="1"/>
          </p:cNvSpPr>
          <p:nvPr/>
        </p:nvSpPr>
        <p:spPr>
          <a:xfrm xmlns:a="http://schemas.openxmlformats.org/drawingml/2006/main">
            <a:off x="8334375" y="4171950"/>
            <a:ext cx="2571750" cy="200025"/>
          </a:xfrm>
          <a:prstGeom xmlns:a="http://schemas.openxmlformats.org/drawingml/2006/main" prst="roundRect">
            <a:avLst>
              <a:gd name="adj" fmla="val 38095"/>
            </a:avLst>
          </a:prstGeom>
          <a:solidFill xmlns:a="http://schemas.openxmlformats.org/drawingml/2006/main">
            <a:srgbClr val="E7EDF3"/>
          </a:solidFill>
          <a:ln xmlns:a="http://schemas.openxmlformats.org/drawingml/2006/main" w="0">
            <a:noFill/>
          </a:ln>
        </p:spPr>
      </p:sp>
      <p:sp>
        <p:nvSpPr>
          <p:cNvPr id="164" name="">
            <a:extLst xmlns:a="http://schemas.openxmlformats.org/drawingml/2006/main">
              <a:ext uri="{FF2B5EF4-FFF2-40B4-BE49-F238E27FC236}">
                <a16:creationId xmlns:a16="http://schemas.microsoft.com/office/drawing/2014/main" id="{D2FBCB9A-6D28-4CBB-A24E-3555796D93E1}"/>
              </a:ext>
            </a:extLst>
          </p:cNvPr>
          <p:cNvSpPr>
            <a:spLocks xmlns:a="http://schemas.openxmlformats.org/drawingml/2006/main" noGrp="1"/>
          </p:cNvSpPr>
          <p:nvPr/>
        </p:nvSpPr>
        <p:spPr>
          <a:xfrm xmlns:a="http://schemas.openxmlformats.org/drawingml/2006/main">
            <a:off x="8334375" y="4476750"/>
            <a:ext cx="2571750" cy="200025"/>
          </a:xfrm>
          <a:prstGeom xmlns:a="http://schemas.openxmlformats.org/drawingml/2006/main" prst="roundRect">
            <a:avLst>
              <a:gd name="adj" fmla="val 38095"/>
            </a:avLst>
          </a:prstGeom>
          <a:solidFill xmlns:a="http://schemas.openxmlformats.org/drawingml/2006/main">
            <a:srgbClr val="E7EDF3"/>
          </a:solidFill>
          <a:ln xmlns:a="http://schemas.openxmlformats.org/drawingml/2006/main" w="0">
            <a:noFill/>
          </a:ln>
        </p:spPr>
      </p:sp>
      <p:sp>
        <p:nvSpPr>
          <p:cNvPr id="165" name="">
            <a:extLst xmlns:a="http://schemas.openxmlformats.org/drawingml/2006/main">
              <a:ext uri="{FF2B5EF4-FFF2-40B4-BE49-F238E27FC236}">
                <a16:creationId xmlns:a16="http://schemas.microsoft.com/office/drawing/2014/main" id="{DD63A191-2D28-40DB-AB11-AC6D754B64A1}"/>
              </a:ext>
            </a:extLst>
          </p:cNvPr>
          <p:cNvSpPr>
            <a:spLocks xmlns:a="http://schemas.openxmlformats.org/drawingml/2006/main" noGrp="1"/>
          </p:cNvSpPr>
          <p:nvPr/>
        </p:nvSpPr>
        <p:spPr>
          <a:xfrm xmlns:a="http://schemas.openxmlformats.org/drawingml/2006/main">
            <a:off x="8334375" y="4781550"/>
            <a:ext cx="2571750" cy="200025"/>
          </a:xfrm>
          <a:prstGeom xmlns:a="http://schemas.openxmlformats.org/drawingml/2006/main" prst="roundRect">
            <a:avLst>
              <a:gd name="adj" fmla="val 38095"/>
            </a:avLst>
          </a:prstGeom>
          <a:solidFill xmlns:a="http://schemas.openxmlformats.org/drawingml/2006/main">
            <a:srgbClr val="E7EDF3"/>
          </a:solidFill>
          <a:ln xmlns:a="http://schemas.openxmlformats.org/drawingml/2006/main" w="0">
            <a:noFill/>
          </a:ln>
        </p:spPr>
      </p:sp>
      <p:sp>
        <p:nvSpPr>
          <p:cNvPr id="166" name="">
            <a:extLst xmlns:a="http://schemas.openxmlformats.org/drawingml/2006/main">
              <a:ext uri="{FF2B5EF4-FFF2-40B4-BE49-F238E27FC236}">
                <a16:creationId xmlns:a16="http://schemas.microsoft.com/office/drawing/2014/main" id="{A924EE93-AA43-4924-9C49-5EA79F365F01}"/>
              </a:ext>
            </a:extLst>
          </p:cNvPr>
          <p:cNvSpPr>
            <a:spLocks xmlns:a="http://schemas.openxmlformats.org/drawingml/2006/main" noGrp="1"/>
          </p:cNvSpPr>
          <p:nvPr/>
        </p:nvSpPr>
        <p:spPr>
          <a:xfrm xmlns:a="http://schemas.openxmlformats.org/drawingml/2006/main">
            <a:off x="8524875" y="2247900"/>
            <a:ext cx="1047750" cy="323850"/>
          </a:xfrm>
          <a:prstGeom xmlns:a="http://schemas.openxmlformats.org/drawingml/2006/main" prst="roundRect">
            <a:avLst>
              <a:gd name="adj" fmla="val 23529"/>
            </a:avLst>
          </a:prstGeom>
          <a:solidFill xmlns:a="http://schemas.openxmlformats.org/drawingml/2006/main">
            <a:srgbClr val="F28C28"/>
          </a:solidFill>
          <a:ln xmlns:a="http://schemas.openxmlformats.org/drawingml/2006/main" w="0">
            <a:noFill/>
          </a:ln>
        </p:spPr>
      </p:sp>
      <p:sp>
        <p:nvSpPr>
          <p:cNvPr id="167" name="">
            <a:extLst xmlns:a="http://schemas.openxmlformats.org/drawingml/2006/main">
              <a:ext uri="{FF2B5EF4-FFF2-40B4-BE49-F238E27FC236}">
                <a16:creationId xmlns:a16="http://schemas.microsoft.com/office/drawing/2014/main" id="{02B75B1D-205A-4F79-948E-3CE9326A0A4D}"/>
              </a:ext>
            </a:extLst>
          </p:cNvPr>
          <p:cNvSpPr>
            <a:spLocks xmlns:a="http://schemas.openxmlformats.org/drawingml/2006/main" noGrp="1"/>
          </p:cNvSpPr>
          <p:nvPr/>
        </p:nvSpPr>
        <p:spPr>
          <a:xfrm xmlns:a="http://schemas.openxmlformats.org/drawingml/2006/main">
            <a:off x="8601075" y="2247900"/>
            <a:ext cx="895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FFFFFF"/>
                </a:solidFill>
                <a:latin typeface="Arial"/>
                <a:ea typeface="Arial"/>
                <a:cs typeface="Arial"/>
              </a:defRPr>
            </a:pPr>
            <a:r>
              <a:rPr sz="1050" b="1">
                <a:solidFill>
                  <a:srgbClr val="FFFFFF"/>
                </a:solidFill>
                <a:latin typeface="Arial"/>
                <a:ea typeface="Arial"/>
                <a:cs typeface="Arial"/>
              </a:rPr>
              <a:t>CÂU HỎI</a:t>
            </a:r>
          </a:p>
        </p:txBody>
      </p:sp>
      <p:sp>
        <p:nvSpPr>
          <p:cNvPr id="168" name="">
            <a:extLst xmlns:a="http://schemas.openxmlformats.org/drawingml/2006/main">
              <a:ext uri="{FF2B5EF4-FFF2-40B4-BE49-F238E27FC236}">
                <a16:creationId xmlns:a16="http://schemas.microsoft.com/office/drawing/2014/main" id="{80BCB0B4-8716-404C-8567-79C4F16A2535}"/>
              </a:ext>
            </a:extLst>
          </p:cNvPr>
          <p:cNvSpPr>
            <a:spLocks xmlns:a="http://schemas.openxmlformats.org/drawingml/2006/main" noGrp="1"/>
          </p:cNvSpPr>
          <p:nvPr/>
        </p:nvSpPr>
        <p:spPr>
          <a:xfrm xmlns:a="http://schemas.openxmlformats.org/drawingml/2006/main">
            <a:off x="11153775" y="2447925"/>
            <a:ext cx="38100" cy="25908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169" name="">
            <a:extLst xmlns:a="http://schemas.openxmlformats.org/drawingml/2006/main">
              <a:ext uri="{FF2B5EF4-FFF2-40B4-BE49-F238E27FC236}">
                <a16:creationId xmlns:a16="http://schemas.microsoft.com/office/drawing/2014/main" id="{75391ABD-F3D1-46A2-96E3-391DF13F3737}"/>
              </a:ext>
            </a:extLst>
          </p:cNvPr>
          <p:cNvSpPr>
            <a:spLocks xmlns:a="http://schemas.openxmlformats.org/drawingml/2006/main" noGrp="1"/>
          </p:cNvSpPr>
          <p:nvPr/>
        </p:nvSpPr>
        <p:spPr>
          <a:xfrm xmlns:a="http://schemas.openxmlformats.org/drawingml/2006/main">
            <a:off x="8134350" y="527685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96"/>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Token câu hỏi dùng global attention để truy cập mọi đoạn. Các token tài liệu chủ yếu dùng local attention.</a:t>
            </a:r>
          </a:p>
        </p:txBody>
      </p:sp>
    </p:spTree>
    <p:extLst>
      <p:ext uri="{BB962C8B-B14F-4D97-AF65-F5344CB8AC3E}">
        <p14:creationId xmlns:p14="http://schemas.microsoft.com/office/powerpoint/2010/main" val="122751810"/>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45B487D-730D-4ADF-A118-94F54C8FB59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9E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896649-05E4-485E-99CF-96520D71497D}"/>
              </a:ext>
            </a:extLst>
          </p:cNvPr>
          <p:cNvSpPr>
            <a:spLocks xmlns:a="http://schemas.openxmlformats.org/drawingml/2006/main" noGrp="1"/>
          </p:cNvSpPr>
          <p:nvPr/>
        </p:nvSpPr>
        <p:spPr>
          <a:xfrm xmlns:a="http://schemas.openxmlformats.org/drawingml/2006/main">
            <a:off x="533400" y="2571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B9E9A"/>
                </a:solidFill>
                <a:latin typeface="Arial"/>
                <a:ea typeface="Arial"/>
                <a:cs typeface="Arial"/>
              </a:defRPr>
            </a:pPr>
            <a:r>
              <a:rPr sz="900" b="1">
                <a:solidFill>
                  <a:srgbClr val="0B9E9A"/>
                </a:solidFill>
                <a:latin typeface="Arial"/>
                <a:ea typeface="Arial"/>
                <a:cs typeface="Arial"/>
              </a:rPr>
              <a:t>TRANSFORMER · LONG CONTEXT</a:t>
            </a:r>
          </a:p>
        </p:txBody>
      </p:sp>
      <p:sp>
        <p:nvSpPr>
          <p:cNvPr id="3" name="">
            <a:extLst xmlns:a="http://schemas.openxmlformats.org/drawingml/2006/main">
              <a:ext uri="{FF2B5EF4-FFF2-40B4-BE49-F238E27FC236}">
                <a16:creationId xmlns:a16="http://schemas.microsoft.com/office/drawing/2014/main" id="{8C5A482F-A6C9-4335-B0AB-D412C8B55E25}"/>
              </a:ext>
            </a:extLst>
          </p:cNvPr>
          <p:cNvSpPr>
            <a:spLocks xmlns:a="http://schemas.openxmlformats.org/drawingml/2006/main" noGrp="1"/>
          </p:cNvSpPr>
          <p:nvPr/>
        </p:nvSpPr>
        <p:spPr>
          <a:xfrm xmlns:a="http://schemas.openxmlformats.org/drawingml/2006/main">
            <a:off x="533400" y="5429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0B1F33"/>
                </a:solidFill>
                <a:latin typeface="Arial"/>
                <a:ea typeface="Arial"/>
                <a:cs typeface="Arial"/>
              </a:defRPr>
            </a:pPr>
            <a:r>
              <a:rPr sz="2325" b="1">
                <a:solidFill>
                  <a:srgbClr val="0B1F33"/>
                </a:solidFill>
                <a:latin typeface="Arial"/>
                <a:ea typeface="Arial"/>
                <a:cs typeface="Arial"/>
              </a:rPr>
              <a:t>Longformer giảm số kết nối gần về tuyến tính</a:t>
            </a:r>
          </a:p>
        </p:txBody>
      </p:sp>
      <p:sp>
        <p:nvSpPr>
          <p:cNvPr id="4" name="">
            <a:extLst xmlns:a="http://schemas.openxmlformats.org/drawingml/2006/main">
              <a:ext uri="{FF2B5EF4-FFF2-40B4-BE49-F238E27FC236}">
                <a16:creationId xmlns:a16="http://schemas.microsoft.com/office/drawing/2014/main" id="{7E9C4343-D1F7-4663-88E6-4B3C2AF3147C}"/>
              </a:ext>
            </a:extLst>
          </p:cNvPr>
          <p:cNvSpPr>
            <a:spLocks xmlns:a="http://schemas.openxmlformats.org/drawingml/2006/main" noGrp="1"/>
          </p:cNvSpPr>
          <p:nvPr/>
        </p:nvSpPr>
        <p:spPr>
          <a:xfrm xmlns:a="http://schemas.openxmlformats.org/drawingml/2006/main">
            <a:off x="533400" y="6467475"/>
            <a:ext cx="11125200" cy="19050"/>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B94B4B-12A4-49C1-B216-2D5356314D1B}"/>
              </a:ext>
            </a:extLst>
          </p:cNvPr>
          <p:cNvSpPr>
            <a:spLocks xmlns:a="http://schemas.openxmlformats.org/drawingml/2006/main" noGrp="1"/>
          </p:cNvSpPr>
          <p:nvPr/>
        </p:nvSpPr>
        <p:spPr>
          <a:xfrm xmlns:a="http://schemas.openxmlformats.org/drawingml/2006/main">
            <a:off x="10810875" y="6515100"/>
            <a:ext cx="8477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F7184"/>
                </a:solidFill>
                <a:latin typeface="Arial"/>
                <a:ea typeface="Arial"/>
                <a:cs typeface="Arial"/>
              </a:defRPr>
            </a:pPr>
            <a:r>
              <a:rPr sz="750" b="0">
                <a:solidFill>
                  <a:srgbClr val="5F7184"/>
                </a:solidFill>
                <a:latin typeface="Arial"/>
                <a:ea typeface="Arial"/>
                <a:cs typeface="Arial"/>
              </a:rPr>
              <a:t>05 / 09</a:t>
            </a:r>
          </a:p>
        </p:txBody>
      </p:sp>
      <p:sp>
        <p:nvSpPr>
          <p:cNvPr id="6" name="">
            <a:extLst xmlns:a="http://schemas.openxmlformats.org/drawingml/2006/main">
              <a:ext uri="{FF2B5EF4-FFF2-40B4-BE49-F238E27FC236}">
                <a16:creationId xmlns:a16="http://schemas.microsoft.com/office/drawing/2014/main" id="{68BD42A4-2364-4D60-A8B4-2E8F5DFCC4C5}"/>
              </a:ext>
            </a:extLst>
          </p:cNvPr>
          <p:cNvSpPr>
            <a:spLocks xmlns:a="http://schemas.openxmlformats.org/drawingml/2006/main" noGrp="1"/>
          </p:cNvSpPr>
          <p:nvPr/>
        </p:nvSpPr>
        <p:spPr>
          <a:xfrm xmlns:a="http://schemas.openxmlformats.org/drawingml/2006/main">
            <a:off x="533400" y="11811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5F7184"/>
                </a:solidFill>
                <a:latin typeface="Arial"/>
                <a:ea typeface="Arial"/>
                <a:cs typeface="Arial"/>
              </a:defRPr>
            </a:pPr>
            <a:r>
              <a:rPr sz="1575" b="0">
                <a:solidFill>
                  <a:srgbClr val="5F7184"/>
                </a:solidFill>
                <a:latin typeface="Arial"/>
                <a:ea typeface="Arial"/>
                <a:cs typeface="Arial"/>
              </a:rPr>
              <a:t>Ví dụ minh họa với n = 10.000 token, cửa sổ w = 512 và g = 8 token global</a:t>
            </a:r>
          </a:p>
        </p:txBody>
      </p:sp>
      <p:sp>
        <p:nvSpPr>
          <p:cNvPr id="7" name="">
            <a:extLst xmlns:a="http://schemas.openxmlformats.org/drawingml/2006/main">
              <a:ext uri="{FF2B5EF4-FFF2-40B4-BE49-F238E27FC236}">
                <a16:creationId xmlns:a16="http://schemas.microsoft.com/office/drawing/2014/main" id="{2CC7041A-F44A-4EEB-AE9A-58077A63CC25}"/>
              </a:ext>
            </a:extLst>
          </p:cNvPr>
          <p:cNvSpPr>
            <a:spLocks xmlns:a="http://schemas.openxmlformats.org/drawingml/2006/main" noGrp="1"/>
          </p:cNvSpPr>
          <p:nvPr/>
        </p:nvSpPr>
        <p:spPr>
          <a:xfrm xmlns:a="http://schemas.openxmlformats.org/drawingml/2006/main">
            <a:off x="685800" y="19526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65B4B"/>
                </a:solidFill>
                <a:latin typeface="Arial"/>
                <a:ea typeface="Arial"/>
                <a:cs typeface="Arial"/>
              </a:defRPr>
            </a:pPr>
            <a:r>
              <a:rPr sz="1350" b="1">
                <a:solidFill>
                  <a:srgbClr val="E65B4B"/>
                </a:solidFill>
                <a:latin typeface="Arial"/>
                <a:ea typeface="Arial"/>
                <a:cs typeface="Arial"/>
              </a:rPr>
              <a:t>FULL ATTENTION</a:t>
            </a:r>
          </a:p>
        </p:txBody>
      </p:sp>
      <p:sp>
        <p:nvSpPr>
          <p:cNvPr id="8" name="">
            <a:extLst xmlns:a="http://schemas.openxmlformats.org/drawingml/2006/main">
              <a:ext uri="{FF2B5EF4-FFF2-40B4-BE49-F238E27FC236}">
                <a16:creationId xmlns:a16="http://schemas.microsoft.com/office/drawing/2014/main" id="{27EEB242-ADCB-4343-9CA0-4B865FA22339}"/>
              </a:ext>
            </a:extLst>
          </p:cNvPr>
          <p:cNvSpPr>
            <a:spLocks xmlns:a="http://schemas.openxmlformats.org/drawingml/2006/main" noGrp="1"/>
          </p:cNvSpPr>
          <p:nvPr/>
        </p:nvSpPr>
        <p:spPr>
          <a:xfrm xmlns:a="http://schemas.openxmlformats.org/drawingml/2006/main">
            <a:off x="685800" y="232410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74"/>
          </a:bodyPr>
          <a:lstStyle xmlns:a="http://schemas.openxmlformats.org/drawingml/2006/main"/>
          <a:p xmlns:a="http://schemas.openxmlformats.org/drawingml/2006/main">
            <a:pPr>
              <a:defRPr sz="3225" b="1">
                <a:solidFill>
                  <a:srgbClr val="E65B4B"/>
                </a:solidFill>
                <a:latin typeface="Arial"/>
                <a:ea typeface="Arial"/>
                <a:cs typeface="Arial"/>
              </a:defRPr>
            </a:pPr>
            <a:r>
              <a:rPr sz="3225" b="1">
                <a:solidFill>
                  <a:srgbClr val="E65B4B"/>
                </a:solidFill>
                <a:latin typeface="Arial"/>
                <a:ea typeface="Arial"/>
                <a:cs typeface="Arial"/>
              </a:rPr>
              <a:t>100.000.000</a:t>
            </a:r>
          </a:p>
        </p:txBody>
      </p:sp>
      <p:sp>
        <p:nvSpPr>
          <p:cNvPr id="9" name="">
            <a:extLst xmlns:a="http://schemas.openxmlformats.org/drawingml/2006/main">
              <a:ext uri="{FF2B5EF4-FFF2-40B4-BE49-F238E27FC236}">
                <a16:creationId xmlns:a16="http://schemas.microsoft.com/office/drawing/2014/main" id="{56E8C09E-F6BD-452F-B55F-BA5CC401E025}"/>
              </a:ext>
            </a:extLst>
          </p:cNvPr>
          <p:cNvSpPr>
            <a:spLocks xmlns:a="http://schemas.openxmlformats.org/drawingml/2006/main" noGrp="1"/>
          </p:cNvSpPr>
          <p:nvPr/>
        </p:nvSpPr>
        <p:spPr>
          <a:xfrm xmlns:a="http://schemas.openxmlformats.org/drawingml/2006/main">
            <a:off x="704850" y="287655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F7184"/>
                </a:solidFill>
                <a:latin typeface="Arial"/>
                <a:ea typeface="Arial"/>
                <a:cs typeface="Arial"/>
              </a:defRPr>
            </a:pPr>
            <a:r>
              <a:rPr sz="1350" b="0">
                <a:solidFill>
                  <a:srgbClr val="5F7184"/>
                </a:solidFill>
                <a:latin typeface="Arial"/>
                <a:ea typeface="Arial"/>
                <a:cs typeface="Arial"/>
              </a:rPr>
              <a:t>điểm Attention</a:t>
            </a:r>
          </a:p>
        </p:txBody>
      </p:sp>
      <p:sp>
        <p:nvSpPr>
          <p:cNvPr id="10" name="">
            <a:extLst xmlns:a="http://schemas.openxmlformats.org/drawingml/2006/main">
              <a:ext uri="{FF2B5EF4-FFF2-40B4-BE49-F238E27FC236}">
                <a16:creationId xmlns:a16="http://schemas.microsoft.com/office/drawing/2014/main" id="{63B93845-DD81-467D-BA00-FBB6A34311A3}"/>
              </a:ext>
            </a:extLst>
          </p:cNvPr>
          <p:cNvSpPr>
            <a:spLocks xmlns:a="http://schemas.openxmlformats.org/drawingml/2006/main" noGrp="1"/>
          </p:cNvSpPr>
          <p:nvPr/>
        </p:nvSpPr>
        <p:spPr>
          <a:xfrm xmlns:a="http://schemas.openxmlformats.org/drawingml/2006/main">
            <a:off x="685800" y="3390900"/>
            <a:ext cx="9810750" cy="533400"/>
          </a:xfrm>
          <a:prstGeom xmlns:a="http://schemas.openxmlformats.org/drawingml/2006/main" prst="roundRect">
            <a:avLst>
              <a:gd name="adj" fmla="val 14286"/>
            </a:avLst>
          </a:prstGeom>
          <a:solidFill xmlns:a="http://schemas.openxmlformats.org/drawingml/2006/main">
            <a:srgbClr val="FBE5E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B5E1440-CE7F-48AE-A6E0-2A81DF8F7B5C}"/>
              </a:ext>
            </a:extLst>
          </p:cNvPr>
          <p:cNvSpPr>
            <a:spLocks xmlns:a="http://schemas.openxmlformats.org/drawingml/2006/main" noGrp="1"/>
          </p:cNvSpPr>
          <p:nvPr/>
        </p:nvSpPr>
        <p:spPr>
          <a:xfrm xmlns:a="http://schemas.openxmlformats.org/drawingml/2006/main">
            <a:off x="10668000" y="3390900"/>
            <a:ext cx="685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E65B4B"/>
                </a:solidFill>
                <a:latin typeface="Arial"/>
                <a:ea typeface="Arial"/>
                <a:cs typeface="Arial"/>
              </a:defRPr>
            </a:pPr>
            <a:r>
              <a:rPr sz="1500" b="1">
                <a:solidFill>
                  <a:srgbClr val="E65B4B"/>
                </a:solidFill>
                <a:latin typeface="Arial"/>
                <a:ea typeface="Arial"/>
                <a:cs typeface="Arial"/>
              </a:rPr>
              <a:t>n²</a:t>
            </a:r>
          </a:p>
        </p:txBody>
      </p:sp>
      <p:sp>
        <p:nvSpPr>
          <p:cNvPr id="12" name="">
            <a:extLst xmlns:a="http://schemas.openxmlformats.org/drawingml/2006/main">
              <a:ext uri="{FF2B5EF4-FFF2-40B4-BE49-F238E27FC236}">
                <a16:creationId xmlns:a16="http://schemas.microsoft.com/office/drawing/2014/main" id="{E71E27D0-DE25-4EB2-8BBD-7AE3772D43E2}"/>
              </a:ext>
            </a:extLst>
          </p:cNvPr>
          <p:cNvSpPr>
            <a:spLocks xmlns:a="http://schemas.openxmlformats.org/drawingml/2006/main" noGrp="1"/>
          </p:cNvSpPr>
          <p:nvPr/>
        </p:nvSpPr>
        <p:spPr>
          <a:xfrm xmlns:a="http://schemas.openxmlformats.org/drawingml/2006/main">
            <a:off x="685800" y="43910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0B9E9A"/>
                </a:solidFill>
                <a:latin typeface="Arial"/>
                <a:ea typeface="Arial"/>
                <a:cs typeface="Arial"/>
              </a:defRPr>
            </a:pPr>
            <a:r>
              <a:rPr sz="1350" b="1">
                <a:solidFill>
                  <a:srgbClr val="0B9E9A"/>
                </a:solidFill>
                <a:latin typeface="Arial"/>
                <a:ea typeface="Arial"/>
                <a:cs typeface="Arial"/>
              </a:rPr>
              <a:t>LONGFORMER</a:t>
            </a:r>
          </a:p>
        </p:txBody>
      </p:sp>
      <p:sp>
        <p:nvSpPr>
          <p:cNvPr id="13" name="">
            <a:extLst xmlns:a="http://schemas.openxmlformats.org/drawingml/2006/main">
              <a:ext uri="{FF2B5EF4-FFF2-40B4-BE49-F238E27FC236}">
                <a16:creationId xmlns:a16="http://schemas.microsoft.com/office/drawing/2014/main" id="{59CD9666-D290-4DA4-9DB9-04EAD49FACA6}"/>
              </a:ext>
            </a:extLst>
          </p:cNvPr>
          <p:cNvSpPr>
            <a:spLocks xmlns:a="http://schemas.openxmlformats.org/drawingml/2006/main" noGrp="1"/>
          </p:cNvSpPr>
          <p:nvPr/>
        </p:nvSpPr>
        <p:spPr>
          <a:xfrm xmlns:a="http://schemas.openxmlformats.org/drawingml/2006/main">
            <a:off x="685800" y="476250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74"/>
          </a:bodyPr>
          <a:lstStyle xmlns:a="http://schemas.openxmlformats.org/drawingml/2006/main"/>
          <a:p xmlns:a="http://schemas.openxmlformats.org/drawingml/2006/main">
            <a:pPr>
              <a:defRPr sz="3225" b="1">
                <a:solidFill>
                  <a:srgbClr val="0B9E9A"/>
                </a:solidFill>
                <a:latin typeface="Arial"/>
                <a:ea typeface="Arial"/>
                <a:cs typeface="Arial"/>
              </a:defRPr>
            </a:pPr>
            <a:r>
              <a:rPr sz="3225" b="1">
                <a:solidFill>
                  <a:srgbClr val="0B9E9A"/>
                </a:solidFill>
                <a:latin typeface="Arial"/>
                <a:ea typeface="Arial"/>
                <a:cs typeface="Arial"/>
              </a:rPr>
              <a:t>≈ 5.200.000</a:t>
            </a:r>
          </a:p>
        </p:txBody>
      </p:sp>
      <p:sp>
        <p:nvSpPr>
          <p:cNvPr id="14" name="">
            <a:extLst xmlns:a="http://schemas.openxmlformats.org/drawingml/2006/main">
              <a:ext uri="{FF2B5EF4-FFF2-40B4-BE49-F238E27FC236}">
                <a16:creationId xmlns:a16="http://schemas.microsoft.com/office/drawing/2014/main" id="{BE2B2390-C5EF-4DC6-B314-548F474AE8E3}"/>
              </a:ext>
            </a:extLst>
          </p:cNvPr>
          <p:cNvSpPr>
            <a:spLocks xmlns:a="http://schemas.openxmlformats.org/drawingml/2006/main" noGrp="1"/>
          </p:cNvSpPr>
          <p:nvPr/>
        </p:nvSpPr>
        <p:spPr>
          <a:xfrm xmlns:a="http://schemas.openxmlformats.org/drawingml/2006/main">
            <a:off x="704850" y="531495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F7184"/>
                </a:solidFill>
                <a:latin typeface="Arial"/>
                <a:ea typeface="Arial"/>
                <a:cs typeface="Arial"/>
              </a:defRPr>
            </a:pPr>
            <a:r>
              <a:rPr sz="1350" b="0">
                <a:solidFill>
                  <a:srgbClr val="5F7184"/>
                </a:solidFill>
                <a:latin typeface="Arial"/>
                <a:ea typeface="Arial"/>
                <a:cs typeface="Arial"/>
              </a:rPr>
              <a:t>điểm kết nối</a:t>
            </a:r>
          </a:p>
        </p:txBody>
      </p:sp>
      <p:sp>
        <p:nvSpPr>
          <p:cNvPr id="15" name="">
            <a:extLst xmlns:a="http://schemas.openxmlformats.org/drawingml/2006/main">
              <a:ext uri="{FF2B5EF4-FFF2-40B4-BE49-F238E27FC236}">
                <a16:creationId xmlns:a16="http://schemas.microsoft.com/office/drawing/2014/main" id="{537F64F0-2952-4F33-90EF-5082928A0FDA}"/>
              </a:ext>
            </a:extLst>
          </p:cNvPr>
          <p:cNvSpPr>
            <a:spLocks xmlns:a="http://schemas.openxmlformats.org/drawingml/2006/main" noGrp="1"/>
          </p:cNvSpPr>
          <p:nvPr/>
        </p:nvSpPr>
        <p:spPr>
          <a:xfrm xmlns:a="http://schemas.openxmlformats.org/drawingml/2006/main">
            <a:off x="685800" y="5829300"/>
            <a:ext cx="514350" cy="304800"/>
          </a:xfrm>
          <a:prstGeom xmlns:a="http://schemas.openxmlformats.org/drawingml/2006/main" prst="roundRect">
            <a:avLst>
              <a:gd name="adj" fmla="val 25000"/>
            </a:avLst>
          </a:prstGeom>
          <a:solidFill xmlns:a="http://schemas.openxmlformats.org/drawingml/2006/main">
            <a:srgbClr val="0B9E9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2A45622-C6D7-4EFB-A133-547AD7DE519B}"/>
              </a:ext>
            </a:extLst>
          </p:cNvPr>
          <p:cNvSpPr>
            <a:spLocks xmlns:a="http://schemas.openxmlformats.org/drawingml/2006/main" noGrp="1"/>
          </p:cNvSpPr>
          <p:nvPr/>
        </p:nvSpPr>
        <p:spPr>
          <a:xfrm xmlns:a="http://schemas.openxmlformats.org/drawingml/2006/main">
            <a:off x="1257300" y="5829300"/>
            <a:ext cx="514350" cy="304800"/>
          </a:xfrm>
          <a:prstGeom xmlns:a="http://schemas.openxmlformats.org/drawingml/2006/main" prst="roundRect">
            <a:avLst>
              <a:gd name="adj" fmla="val 25000"/>
            </a:avLst>
          </a:prstGeom>
          <a:solidFill xmlns:a="http://schemas.openxmlformats.org/drawingml/2006/main">
            <a:srgbClr val="72D5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EF3F33C-2EA3-4470-A3D6-3A306CA1D89E}"/>
              </a:ext>
            </a:extLst>
          </p:cNvPr>
          <p:cNvSpPr>
            <a:spLocks xmlns:a="http://schemas.openxmlformats.org/drawingml/2006/main" noGrp="1"/>
          </p:cNvSpPr>
          <p:nvPr/>
        </p:nvSpPr>
        <p:spPr>
          <a:xfrm xmlns:a="http://schemas.openxmlformats.org/drawingml/2006/main">
            <a:off x="1828800" y="5829300"/>
            <a:ext cx="514350" cy="304800"/>
          </a:xfrm>
          <a:prstGeom xmlns:a="http://schemas.openxmlformats.org/drawingml/2006/main" prst="roundRect">
            <a:avLst>
              <a:gd name="adj" fmla="val 25000"/>
            </a:avLst>
          </a:prstGeom>
          <a:solidFill xmlns:a="http://schemas.openxmlformats.org/drawingml/2006/main">
            <a:srgbClr val="72D5C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F6A7295-301F-49B8-8FA9-1051F0C0738B}"/>
              </a:ext>
            </a:extLst>
          </p:cNvPr>
          <p:cNvSpPr>
            <a:spLocks xmlns:a="http://schemas.openxmlformats.org/drawingml/2006/main" noGrp="1"/>
          </p:cNvSpPr>
          <p:nvPr/>
        </p:nvSpPr>
        <p:spPr>
          <a:xfrm xmlns:a="http://schemas.openxmlformats.org/drawingml/2006/main">
            <a:off x="9677400" y="5753100"/>
            <a:ext cx="1676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0B9E9A"/>
                </a:solidFill>
                <a:latin typeface="Arial"/>
                <a:ea typeface="Arial"/>
                <a:cs typeface="Arial"/>
              </a:defRPr>
            </a:pPr>
            <a:r>
              <a:rPr sz="1500" b="1">
                <a:solidFill>
                  <a:srgbClr val="0B9E9A"/>
                </a:solidFill>
                <a:latin typeface="Arial"/>
                <a:ea typeface="Arial"/>
                <a:cs typeface="Arial"/>
              </a:rPr>
              <a:t>n(w + g)</a:t>
            </a:r>
          </a:p>
        </p:txBody>
      </p:sp>
      <p:sp>
        <p:nvSpPr>
          <p:cNvPr id="19" name="">
            <a:extLst xmlns:a="http://schemas.openxmlformats.org/drawingml/2006/main">
              <a:ext uri="{FF2B5EF4-FFF2-40B4-BE49-F238E27FC236}">
                <a16:creationId xmlns:a16="http://schemas.microsoft.com/office/drawing/2014/main" id="{A197DCAC-8572-4400-8827-9909B73E0A1F}"/>
              </a:ext>
            </a:extLst>
          </p:cNvPr>
          <p:cNvSpPr>
            <a:spLocks xmlns:a="http://schemas.openxmlformats.org/drawingml/2006/main" noGrp="1"/>
          </p:cNvSpPr>
          <p:nvPr/>
        </p:nvSpPr>
        <p:spPr>
          <a:xfrm xmlns:a="http://schemas.openxmlformats.org/drawingml/2006/main">
            <a:off x="6524625" y="4514850"/>
            <a:ext cx="3971925"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19050">
            <a:solidFill>
              <a:srgbClr val="D7E1EA"/>
            </a:solidFill>
          </a:ln>
        </p:spPr>
      </p:sp>
      <p:sp>
        <p:nvSpPr>
          <p:cNvPr id="20" name="">
            <a:extLst xmlns:a="http://schemas.openxmlformats.org/drawingml/2006/main">
              <a:ext uri="{FF2B5EF4-FFF2-40B4-BE49-F238E27FC236}">
                <a16:creationId xmlns:a16="http://schemas.microsoft.com/office/drawing/2014/main" id="{3FB8BAF0-EB89-45EF-90C2-72A9ACFA8401}"/>
              </a:ext>
            </a:extLst>
          </p:cNvPr>
          <p:cNvSpPr>
            <a:spLocks xmlns:a="http://schemas.openxmlformats.org/drawingml/2006/main" noGrp="1"/>
          </p:cNvSpPr>
          <p:nvPr/>
        </p:nvSpPr>
        <p:spPr>
          <a:xfrm xmlns:a="http://schemas.openxmlformats.org/drawingml/2006/main">
            <a:off x="6810375" y="4676775"/>
            <a:ext cx="338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309"/>
          </a:bodyPr>
          <a:lstStyle xmlns:a="http://schemas.openxmlformats.org/drawingml/2006/main"/>
          <a:p xmlns:a="http://schemas.openxmlformats.org/drawingml/2006/main">
            <a:pPr>
              <a:defRPr sz="2025" b="1">
                <a:solidFill>
                  <a:srgbClr val="0B1F33"/>
                </a:solidFill>
                <a:latin typeface="Arial"/>
                <a:ea typeface="Arial"/>
                <a:cs typeface="Arial"/>
              </a:defRPr>
            </a:pPr>
            <a:r>
              <a:rPr sz="2025" b="1">
                <a:solidFill>
                  <a:srgbClr val="0B1F33"/>
                </a:solidFill>
                <a:latin typeface="Arial"/>
                <a:ea typeface="Arial"/>
                <a:cs typeface="Arial"/>
              </a:rPr>
              <a:t>Giảm khoảng 19 lần</a:t>
            </a:r>
          </a:p>
        </p:txBody>
      </p:sp>
      <p:sp>
        <p:nvSpPr>
          <p:cNvPr id="21" name="">
            <a:extLst xmlns:a="http://schemas.openxmlformats.org/drawingml/2006/main">
              <a:ext uri="{FF2B5EF4-FFF2-40B4-BE49-F238E27FC236}">
                <a16:creationId xmlns:a16="http://schemas.microsoft.com/office/drawing/2014/main" id="{35488697-3A22-4545-9520-5B6704BAC237}"/>
              </a:ext>
            </a:extLst>
          </p:cNvPr>
          <p:cNvSpPr>
            <a:spLocks xmlns:a="http://schemas.openxmlformats.org/drawingml/2006/main" noGrp="1"/>
          </p:cNvSpPr>
          <p:nvPr/>
        </p:nvSpPr>
        <p:spPr>
          <a:xfrm xmlns:a="http://schemas.openxmlformats.org/drawingml/2006/main">
            <a:off x="6810375" y="503872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F7184"/>
                </a:solidFill>
                <a:latin typeface="Arial"/>
                <a:ea typeface="Arial"/>
                <a:cs typeface="Arial"/>
              </a:defRPr>
            </a:pPr>
            <a:r>
              <a:rPr sz="1275" b="0">
                <a:solidFill>
                  <a:srgbClr val="5F7184"/>
                </a:solidFill>
                <a:latin typeface="Arial"/>
                <a:ea typeface="Arial"/>
                <a:cs typeface="Arial"/>
              </a:rPr>
              <a:t>trong ví dụ minh họa này</a:t>
            </a:r>
          </a:p>
        </p:txBody>
      </p:sp>
      <p:sp>
        <p:nvSpPr>
          <p:cNvPr id="22" name="">
            <a:extLst xmlns:a="http://schemas.openxmlformats.org/drawingml/2006/main">
              <a:ext uri="{FF2B5EF4-FFF2-40B4-BE49-F238E27FC236}">
                <a16:creationId xmlns:a16="http://schemas.microsoft.com/office/drawing/2014/main" id="{958C34AD-EADC-451F-B8D8-8A9CFB60A646}"/>
              </a:ext>
            </a:extLst>
          </p:cNvPr>
          <p:cNvSpPr>
            <a:spLocks xmlns:a="http://schemas.openxmlformats.org/drawingml/2006/main" noGrp="1"/>
          </p:cNvSpPr>
          <p:nvPr/>
        </p:nvSpPr>
        <p:spPr>
          <a:xfrm xmlns:a="http://schemas.openxmlformats.org/drawingml/2006/main">
            <a:off x="4457700" y="1952625"/>
            <a:ext cx="657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17324D"/>
                </a:solidFill>
                <a:latin typeface="Arial"/>
                <a:ea typeface="Arial"/>
                <a:cs typeface="Arial"/>
              </a:defRPr>
            </a:pPr>
            <a:r>
              <a:rPr sz="1575" b="0">
                <a:solidFill>
                  <a:srgbClr val="17324D"/>
                </a:solidFill>
                <a:latin typeface="Arial"/>
                <a:ea typeface="Arial"/>
                <a:cs typeface="Arial"/>
              </a:rPr>
              <a:t>Giả định w và g không tăng theo n. Longformer đánh đổi kết nối trực tiếp giữa mọi cặp token.</a:t>
            </a:r>
          </a:p>
        </p:txBody>
      </p:sp>
    </p:spTree>
    <p:extLst>
      <p:ext uri="{BB962C8B-B14F-4D97-AF65-F5344CB8AC3E}">
        <p14:creationId xmlns:p14="http://schemas.microsoft.com/office/powerpoint/2010/main" val="1936997045"/>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D0088A79-A0A6-48E3-B33D-6FD952AD360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9E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41306C-DBC1-4A39-A4FC-872FD3EC8F0C}"/>
              </a:ext>
            </a:extLst>
          </p:cNvPr>
          <p:cNvSpPr>
            <a:spLocks xmlns:a="http://schemas.openxmlformats.org/drawingml/2006/main" noGrp="1"/>
          </p:cNvSpPr>
          <p:nvPr/>
        </p:nvSpPr>
        <p:spPr>
          <a:xfrm xmlns:a="http://schemas.openxmlformats.org/drawingml/2006/main">
            <a:off x="533400" y="2571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B9E9A"/>
                </a:solidFill>
                <a:latin typeface="Arial"/>
                <a:ea typeface="Arial"/>
                <a:cs typeface="Arial"/>
              </a:defRPr>
            </a:pPr>
            <a:r>
              <a:rPr sz="900" b="1">
                <a:solidFill>
                  <a:srgbClr val="0B9E9A"/>
                </a:solidFill>
                <a:latin typeface="Arial"/>
                <a:ea typeface="Arial"/>
                <a:cs typeface="Arial"/>
              </a:rPr>
              <a:t>TRANSFORMER · LONG CONTEXT</a:t>
            </a:r>
          </a:p>
        </p:txBody>
      </p:sp>
      <p:sp>
        <p:nvSpPr>
          <p:cNvPr id="3" name="">
            <a:extLst xmlns:a="http://schemas.openxmlformats.org/drawingml/2006/main">
              <a:ext uri="{FF2B5EF4-FFF2-40B4-BE49-F238E27FC236}">
                <a16:creationId xmlns:a16="http://schemas.microsoft.com/office/drawing/2014/main" id="{C7C52342-142B-43D7-B853-FDFA8746FB71}"/>
              </a:ext>
            </a:extLst>
          </p:cNvPr>
          <p:cNvSpPr>
            <a:spLocks xmlns:a="http://schemas.openxmlformats.org/drawingml/2006/main" noGrp="1"/>
          </p:cNvSpPr>
          <p:nvPr/>
        </p:nvSpPr>
        <p:spPr>
          <a:xfrm xmlns:a="http://schemas.openxmlformats.org/drawingml/2006/main">
            <a:off x="533400" y="5429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0B1F33"/>
                </a:solidFill>
                <a:latin typeface="Arial"/>
                <a:ea typeface="Arial"/>
                <a:cs typeface="Arial"/>
              </a:defRPr>
            </a:pPr>
            <a:r>
              <a:rPr sz="2325" b="1">
                <a:solidFill>
                  <a:srgbClr val="0B1F33"/>
                </a:solidFill>
                <a:latin typeface="Arial"/>
                <a:ea typeface="Arial"/>
                <a:cs typeface="Arial"/>
              </a:rPr>
              <a:t>FlashAttention: giữ full Attention, giảm I/O</a:t>
            </a:r>
          </a:p>
        </p:txBody>
      </p:sp>
      <p:sp>
        <p:nvSpPr>
          <p:cNvPr id="4" name="">
            <a:extLst xmlns:a="http://schemas.openxmlformats.org/drawingml/2006/main">
              <a:ext uri="{FF2B5EF4-FFF2-40B4-BE49-F238E27FC236}">
                <a16:creationId xmlns:a16="http://schemas.microsoft.com/office/drawing/2014/main" id="{E9EBF242-E0AB-4B46-9E78-78346ED07DC4}"/>
              </a:ext>
            </a:extLst>
          </p:cNvPr>
          <p:cNvSpPr>
            <a:spLocks xmlns:a="http://schemas.openxmlformats.org/drawingml/2006/main" noGrp="1"/>
          </p:cNvSpPr>
          <p:nvPr/>
        </p:nvSpPr>
        <p:spPr>
          <a:xfrm xmlns:a="http://schemas.openxmlformats.org/drawingml/2006/main">
            <a:off x="533400" y="6467475"/>
            <a:ext cx="11125200" cy="19050"/>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9E1B830-2ACF-48F9-814B-28562DF2752F}"/>
              </a:ext>
            </a:extLst>
          </p:cNvPr>
          <p:cNvSpPr>
            <a:spLocks xmlns:a="http://schemas.openxmlformats.org/drawingml/2006/main" noGrp="1"/>
          </p:cNvSpPr>
          <p:nvPr/>
        </p:nvSpPr>
        <p:spPr>
          <a:xfrm xmlns:a="http://schemas.openxmlformats.org/drawingml/2006/main">
            <a:off x="10810875" y="6515100"/>
            <a:ext cx="8477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F7184"/>
                </a:solidFill>
                <a:latin typeface="Arial"/>
                <a:ea typeface="Arial"/>
                <a:cs typeface="Arial"/>
              </a:defRPr>
            </a:pPr>
            <a:r>
              <a:rPr sz="750" b="0">
                <a:solidFill>
                  <a:srgbClr val="5F7184"/>
                </a:solidFill>
                <a:latin typeface="Arial"/>
                <a:ea typeface="Arial"/>
                <a:cs typeface="Arial"/>
              </a:rPr>
              <a:t>06 / 09</a:t>
            </a:r>
          </a:p>
        </p:txBody>
      </p:sp>
      <p:sp>
        <p:nvSpPr>
          <p:cNvPr id="6" name="">
            <a:extLst xmlns:a="http://schemas.openxmlformats.org/drawingml/2006/main">
              <a:ext uri="{FF2B5EF4-FFF2-40B4-BE49-F238E27FC236}">
                <a16:creationId xmlns:a16="http://schemas.microsoft.com/office/drawing/2014/main" id="{FB058CB6-64D0-453E-9075-EBAEB63F84CD}"/>
              </a:ext>
            </a:extLst>
          </p:cNvPr>
          <p:cNvSpPr>
            <a:spLocks xmlns:a="http://schemas.openxmlformats.org/drawingml/2006/main" noGrp="1"/>
          </p:cNvSpPr>
          <p:nvPr/>
        </p:nvSpPr>
        <p:spPr>
          <a:xfrm xmlns:a="http://schemas.openxmlformats.org/drawingml/2006/main">
            <a:off x="533400" y="11525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2D6CDF"/>
                </a:solidFill>
                <a:latin typeface="Arial"/>
                <a:ea typeface="Arial"/>
                <a:cs typeface="Arial"/>
              </a:defRPr>
            </a:pPr>
            <a:r>
              <a:rPr sz="1650" b="1">
                <a:solidFill>
                  <a:srgbClr val="2D6CDF"/>
                </a:solidFill>
                <a:latin typeface="Arial"/>
                <a:ea typeface="Arial"/>
                <a:cs typeface="Arial"/>
              </a:rPr>
              <a:t>Phép toán không đổi: softmax(QKᵀ / √dₖ) V</a:t>
            </a:r>
          </a:p>
        </p:txBody>
      </p:sp>
      <p:sp>
        <p:nvSpPr>
          <p:cNvPr id="7" name="">
            <a:extLst xmlns:a="http://schemas.openxmlformats.org/drawingml/2006/main">
              <a:ext uri="{FF2B5EF4-FFF2-40B4-BE49-F238E27FC236}">
                <a16:creationId xmlns:a16="http://schemas.microsoft.com/office/drawing/2014/main" id="{039CC079-EA0E-48BB-9B54-49B00A18E558}"/>
              </a:ext>
            </a:extLst>
          </p:cNvPr>
          <p:cNvSpPr>
            <a:spLocks xmlns:a="http://schemas.openxmlformats.org/drawingml/2006/main" noGrp="1"/>
          </p:cNvSpPr>
          <p:nvPr/>
        </p:nvSpPr>
        <p:spPr>
          <a:xfrm xmlns:a="http://schemas.openxmlformats.org/drawingml/2006/main">
            <a:off x="723900" y="2009775"/>
            <a:ext cx="3286125" cy="3067050"/>
          </a:xfrm>
          <a:prstGeom xmlns:a="http://schemas.openxmlformats.org/drawingml/2006/main" prst="roundRect">
            <a:avLst>
              <a:gd name="adj" fmla="val 2484"/>
            </a:avLst>
          </a:prstGeom>
          <a:solidFill xmlns:a="http://schemas.openxmlformats.org/drawingml/2006/main">
            <a:srgbClr val="DFE8F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A7D6AD2-E1A7-4F75-A073-89EFD261A006}"/>
              </a:ext>
            </a:extLst>
          </p:cNvPr>
          <p:cNvSpPr>
            <a:spLocks xmlns:a="http://schemas.openxmlformats.org/drawingml/2006/main" noGrp="1"/>
          </p:cNvSpPr>
          <p:nvPr/>
        </p:nvSpPr>
        <p:spPr>
          <a:xfrm xmlns:a="http://schemas.openxmlformats.org/drawingml/2006/main">
            <a:off x="1000125" y="2190750"/>
            <a:ext cx="104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0B1F33"/>
                </a:solidFill>
                <a:latin typeface="Arial"/>
                <a:ea typeface="Arial"/>
                <a:cs typeface="Arial"/>
              </a:defRPr>
            </a:pPr>
            <a:r>
              <a:rPr sz="1800" b="1">
                <a:solidFill>
                  <a:srgbClr val="0B1F33"/>
                </a:solidFill>
                <a:latin typeface="Arial"/>
                <a:ea typeface="Arial"/>
                <a:cs typeface="Arial"/>
              </a:rPr>
              <a:t>HBM</a:t>
            </a:r>
          </a:p>
        </p:txBody>
      </p:sp>
      <p:sp>
        <p:nvSpPr>
          <p:cNvPr id="9" name="">
            <a:extLst xmlns:a="http://schemas.openxmlformats.org/drawingml/2006/main">
              <a:ext uri="{FF2B5EF4-FFF2-40B4-BE49-F238E27FC236}">
                <a16:creationId xmlns:a16="http://schemas.microsoft.com/office/drawing/2014/main" id="{BC1E496A-ACE7-45A7-8C5F-FC232E9F6EA9}"/>
              </a:ext>
            </a:extLst>
          </p:cNvPr>
          <p:cNvSpPr>
            <a:spLocks xmlns:a="http://schemas.openxmlformats.org/drawingml/2006/main" noGrp="1"/>
          </p:cNvSpPr>
          <p:nvPr/>
        </p:nvSpPr>
        <p:spPr>
          <a:xfrm xmlns:a="http://schemas.openxmlformats.org/drawingml/2006/main">
            <a:off x="1000125" y="25431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F7184"/>
                </a:solidFill>
                <a:latin typeface="Arial"/>
                <a:ea typeface="Arial"/>
                <a:cs typeface="Arial"/>
              </a:defRPr>
            </a:pPr>
            <a:r>
              <a:rPr sz="1275" b="0">
                <a:solidFill>
                  <a:srgbClr val="5F7184"/>
                </a:solidFill>
                <a:latin typeface="Arial"/>
                <a:ea typeface="Arial"/>
                <a:cs typeface="Arial"/>
              </a:rPr>
              <a:t>Lớn nhưng chậm hơn</a:t>
            </a:r>
          </a:p>
        </p:txBody>
      </p:sp>
      <p:sp>
        <p:nvSpPr>
          <p:cNvPr id="10" name="">
            <a:extLst xmlns:a="http://schemas.openxmlformats.org/drawingml/2006/main">
              <a:ext uri="{FF2B5EF4-FFF2-40B4-BE49-F238E27FC236}">
                <a16:creationId xmlns:a16="http://schemas.microsoft.com/office/drawing/2014/main" id="{CB22FF51-015A-4869-B559-8C308BDB4558}"/>
              </a:ext>
            </a:extLst>
          </p:cNvPr>
          <p:cNvSpPr>
            <a:spLocks xmlns:a="http://schemas.openxmlformats.org/drawingml/2006/main" noGrp="1"/>
          </p:cNvSpPr>
          <p:nvPr/>
        </p:nvSpPr>
        <p:spPr>
          <a:xfrm xmlns:a="http://schemas.openxmlformats.org/drawingml/2006/main">
            <a:off x="1066800" y="3076575"/>
            <a:ext cx="236220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a:solidFill>
              <a:srgbClr val="D7E1EA"/>
            </a:solidFill>
          </a:ln>
        </p:spPr>
      </p:sp>
      <p:sp>
        <p:nvSpPr>
          <p:cNvPr id="11" name="">
            <a:extLst xmlns:a="http://schemas.openxmlformats.org/drawingml/2006/main">
              <a:ext uri="{FF2B5EF4-FFF2-40B4-BE49-F238E27FC236}">
                <a16:creationId xmlns:a16="http://schemas.microsoft.com/office/drawing/2014/main" id="{9AB1B10C-A49C-49C1-A1EE-605457D5B9D0}"/>
              </a:ext>
            </a:extLst>
          </p:cNvPr>
          <p:cNvSpPr>
            <a:spLocks xmlns:a="http://schemas.openxmlformats.org/drawingml/2006/main" noGrp="1"/>
          </p:cNvSpPr>
          <p:nvPr/>
        </p:nvSpPr>
        <p:spPr>
          <a:xfrm xmlns:a="http://schemas.openxmlformats.org/drawingml/2006/main">
            <a:off x="1228725" y="313372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1">
                <a:solidFill>
                  <a:srgbClr val="2D6CDF"/>
                </a:solidFill>
                <a:latin typeface="Arial"/>
                <a:ea typeface="Arial"/>
                <a:cs typeface="Arial"/>
              </a:defRPr>
            </a:pPr>
            <a:r>
              <a:rPr sz="1500" b="1">
                <a:solidFill>
                  <a:srgbClr val="2D6CDF"/>
                </a:solidFill>
                <a:latin typeface="Arial"/>
                <a:ea typeface="Arial"/>
                <a:cs typeface="Arial"/>
              </a:rPr>
              <a:t>Q</a:t>
            </a:r>
          </a:p>
        </p:txBody>
      </p:sp>
      <p:sp>
        <p:nvSpPr>
          <p:cNvPr id="12" name="">
            <a:extLst xmlns:a="http://schemas.openxmlformats.org/drawingml/2006/main">
              <a:ext uri="{FF2B5EF4-FFF2-40B4-BE49-F238E27FC236}">
                <a16:creationId xmlns:a16="http://schemas.microsoft.com/office/drawing/2014/main" id="{C839F975-1780-4C4E-97C4-D41DB70B6805}"/>
              </a:ext>
            </a:extLst>
          </p:cNvPr>
          <p:cNvSpPr>
            <a:spLocks xmlns:a="http://schemas.openxmlformats.org/drawingml/2006/main" noGrp="1"/>
          </p:cNvSpPr>
          <p:nvPr/>
        </p:nvSpPr>
        <p:spPr>
          <a:xfrm xmlns:a="http://schemas.openxmlformats.org/drawingml/2006/main">
            <a:off x="1762125" y="3209925"/>
            <a:ext cx="190500" cy="161925"/>
          </a:xfrm>
          <a:prstGeom xmlns:a="http://schemas.openxmlformats.org/drawingml/2006/main" prst="rect">
            <a:avLst/>
          </a:prstGeom>
          <a:solidFill xmlns:a="http://schemas.openxmlformats.org/drawingml/2006/main">
            <a:srgbClr val="2D6CD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191D9B9-AA91-42F5-8D89-314C4A2B51CD}"/>
              </a:ext>
            </a:extLst>
          </p:cNvPr>
          <p:cNvSpPr>
            <a:spLocks xmlns:a="http://schemas.openxmlformats.org/drawingml/2006/main" noGrp="1"/>
          </p:cNvSpPr>
          <p:nvPr/>
        </p:nvSpPr>
        <p:spPr>
          <a:xfrm xmlns:a="http://schemas.openxmlformats.org/drawingml/2006/main">
            <a:off x="2038350" y="3209925"/>
            <a:ext cx="190500" cy="161925"/>
          </a:xfrm>
          <a:prstGeom xmlns:a="http://schemas.openxmlformats.org/drawingml/2006/main" prst="rect">
            <a:avLst/>
          </a:prstGeom>
          <a:solidFill xmlns:a="http://schemas.openxmlformats.org/drawingml/2006/main">
            <a:srgbClr val="2D6CD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281C305-12CA-4D18-916A-7A30756912B5}"/>
              </a:ext>
            </a:extLst>
          </p:cNvPr>
          <p:cNvSpPr>
            <a:spLocks xmlns:a="http://schemas.openxmlformats.org/drawingml/2006/main" noGrp="1"/>
          </p:cNvSpPr>
          <p:nvPr/>
        </p:nvSpPr>
        <p:spPr>
          <a:xfrm xmlns:a="http://schemas.openxmlformats.org/drawingml/2006/main">
            <a:off x="2314575" y="3209925"/>
            <a:ext cx="190500" cy="161925"/>
          </a:xfrm>
          <a:prstGeom xmlns:a="http://schemas.openxmlformats.org/drawingml/2006/main" prst="rect">
            <a:avLst/>
          </a:prstGeom>
          <a:solidFill xmlns:a="http://schemas.openxmlformats.org/drawingml/2006/main">
            <a:srgbClr val="2D6CD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3CDD15A-FC03-46AF-A523-753F188DACD6}"/>
              </a:ext>
            </a:extLst>
          </p:cNvPr>
          <p:cNvSpPr>
            <a:spLocks xmlns:a="http://schemas.openxmlformats.org/drawingml/2006/main" noGrp="1"/>
          </p:cNvSpPr>
          <p:nvPr/>
        </p:nvSpPr>
        <p:spPr>
          <a:xfrm xmlns:a="http://schemas.openxmlformats.org/drawingml/2006/main">
            <a:off x="2590800" y="3209925"/>
            <a:ext cx="190500" cy="161925"/>
          </a:xfrm>
          <a:prstGeom xmlns:a="http://schemas.openxmlformats.org/drawingml/2006/main" prst="rect">
            <a:avLst/>
          </a:prstGeom>
          <a:solidFill xmlns:a="http://schemas.openxmlformats.org/drawingml/2006/main">
            <a:srgbClr val="2D6CD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9FF1AC1-3BD1-4591-8AD1-BDFC5C7B9987}"/>
              </a:ext>
            </a:extLst>
          </p:cNvPr>
          <p:cNvSpPr>
            <a:spLocks xmlns:a="http://schemas.openxmlformats.org/drawingml/2006/main" noGrp="1"/>
          </p:cNvSpPr>
          <p:nvPr/>
        </p:nvSpPr>
        <p:spPr>
          <a:xfrm xmlns:a="http://schemas.openxmlformats.org/drawingml/2006/main">
            <a:off x="2867025" y="3209925"/>
            <a:ext cx="190500" cy="161925"/>
          </a:xfrm>
          <a:prstGeom xmlns:a="http://schemas.openxmlformats.org/drawingml/2006/main" prst="rect">
            <a:avLst/>
          </a:prstGeom>
          <a:solidFill xmlns:a="http://schemas.openxmlformats.org/drawingml/2006/main">
            <a:srgbClr val="2D6CD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3A572D7-024D-4B29-A112-78582DF8A475}"/>
              </a:ext>
            </a:extLst>
          </p:cNvPr>
          <p:cNvSpPr>
            <a:spLocks xmlns:a="http://schemas.openxmlformats.org/drawingml/2006/main" noGrp="1"/>
          </p:cNvSpPr>
          <p:nvPr/>
        </p:nvSpPr>
        <p:spPr>
          <a:xfrm xmlns:a="http://schemas.openxmlformats.org/drawingml/2006/main">
            <a:off x="1066800" y="3676650"/>
            <a:ext cx="236220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a:solidFill>
              <a:srgbClr val="D7E1EA"/>
            </a:solidFill>
          </a:ln>
        </p:spPr>
      </p:sp>
      <p:sp>
        <p:nvSpPr>
          <p:cNvPr id="18" name="">
            <a:extLst xmlns:a="http://schemas.openxmlformats.org/drawingml/2006/main">
              <a:ext uri="{FF2B5EF4-FFF2-40B4-BE49-F238E27FC236}">
                <a16:creationId xmlns:a16="http://schemas.microsoft.com/office/drawing/2014/main" id="{937ED210-92BD-4F93-A26B-90D8210B3808}"/>
              </a:ext>
            </a:extLst>
          </p:cNvPr>
          <p:cNvSpPr>
            <a:spLocks xmlns:a="http://schemas.openxmlformats.org/drawingml/2006/main" noGrp="1"/>
          </p:cNvSpPr>
          <p:nvPr/>
        </p:nvSpPr>
        <p:spPr>
          <a:xfrm xmlns:a="http://schemas.openxmlformats.org/drawingml/2006/main">
            <a:off x="1228725" y="3733800"/>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1">
                <a:solidFill>
                  <a:srgbClr val="0B9E9A"/>
                </a:solidFill>
                <a:latin typeface="Arial"/>
                <a:ea typeface="Arial"/>
                <a:cs typeface="Arial"/>
              </a:defRPr>
            </a:pPr>
            <a:r>
              <a:rPr sz="1500" b="1">
                <a:solidFill>
                  <a:srgbClr val="0B9E9A"/>
                </a:solidFill>
                <a:latin typeface="Arial"/>
                <a:ea typeface="Arial"/>
                <a:cs typeface="Arial"/>
              </a:rPr>
              <a:t>K</a:t>
            </a:r>
          </a:p>
        </p:txBody>
      </p:sp>
      <p:sp>
        <p:nvSpPr>
          <p:cNvPr id="19" name="">
            <a:extLst xmlns:a="http://schemas.openxmlformats.org/drawingml/2006/main">
              <a:ext uri="{FF2B5EF4-FFF2-40B4-BE49-F238E27FC236}">
                <a16:creationId xmlns:a16="http://schemas.microsoft.com/office/drawing/2014/main" id="{5BE8B1EA-DE69-4D7B-B1C9-C621E49621CF}"/>
              </a:ext>
            </a:extLst>
          </p:cNvPr>
          <p:cNvSpPr>
            <a:spLocks xmlns:a="http://schemas.openxmlformats.org/drawingml/2006/main" noGrp="1"/>
          </p:cNvSpPr>
          <p:nvPr/>
        </p:nvSpPr>
        <p:spPr>
          <a:xfrm xmlns:a="http://schemas.openxmlformats.org/drawingml/2006/main">
            <a:off x="1762125" y="3810000"/>
            <a:ext cx="190500" cy="161925"/>
          </a:xfrm>
          <a:prstGeom xmlns:a="http://schemas.openxmlformats.org/drawingml/2006/main" prst="rect">
            <a:avLst/>
          </a:prstGeom>
          <a:solidFill xmlns:a="http://schemas.openxmlformats.org/drawingml/2006/main">
            <a:srgbClr val="0B9E9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3A952C5-CF2E-440B-B93D-1A2C4F4EEF2F}"/>
              </a:ext>
            </a:extLst>
          </p:cNvPr>
          <p:cNvSpPr>
            <a:spLocks xmlns:a="http://schemas.openxmlformats.org/drawingml/2006/main" noGrp="1"/>
          </p:cNvSpPr>
          <p:nvPr/>
        </p:nvSpPr>
        <p:spPr>
          <a:xfrm xmlns:a="http://schemas.openxmlformats.org/drawingml/2006/main">
            <a:off x="2038350" y="3810000"/>
            <a:ext cx="190500" cy="161925"/>
          </a:xfrm>
          <a:prstGeom xmlns:a="http://schemas.openxmlformats.org/drawingml/2006/main" prst="rect">
            <a:avLst/>
          </a:prstGeom>
          <a:solidFill xmlns:a="http://schemas.openxmlformats.org/drawingml/2006/main">
            <a:srgbClr val="0B9E9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2B297BA-1FD5-47D0-B795-F01F147DF625}"/>
              </a:ext>
            </a:extLst>
          </p:cNvPr>
          <p:cNvSpPr>
            <a:spLocks xmlns:a="http://schemas.openxmlformats.org/drawingml/2006/main" noGrp="1"/>
          </p:cNvSpPr>
          <p:nvPr/>
        </p:nvSpPr>
        <p:spPr>
          <a:xfrm xmlns:a="http://schemas.openxmlformats.org/drawingml/2006/main">
            <a:off x="2314575" y="3810000"/>
            <a:ext cx="190500" cy="161925"/>
          </a:xfrm>
          <a:prstGeom xmlns:a="http://schemas.openxmlformats.org/drawingml/2006/main" prst="rect">
            <a:avLst/>
          </a:prstGeom>
          <a:solidFill xmlns:a="http://schemas.openxmlformats.org/drawingml/2006/main">
            <a:srgbClr val="0B9E9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DD38D7A-1947-4A35-A043-397CCF10F32F}"/>
              </a:ext>
            </a:extLst>
          </p:cNvPr>
          <p:cNvSpPr>
            <a:spLocks xmlns:a="http://schemas.openxmlformats.org/drawingml/2006/main" noGrp="1"/>
          </p:cNvSpPr>
          <p:nvPr/>
        </p:nvSpPr>
        <p:spPr>
          <a:xfrm xmlns:a="http://schemas.openxmlformats.org/drawingml/2006/main">
            <a:off x="2590800" y="3810000"/>
            <a:ext cx="190500" cy="161925"/>
          </a:xfrm>
          <a:prstGeom xmlns:a="http://schemas.openxmlformats.org/drawingml/2006/main" prst="rect">
            <a:avLst/>
          </a:prstGeom>
          <a:solidFill xmlns:a="http://schemas.openxmlformats.org/drawingml/2006/main">
            <a:srgbClr val="0B9E9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662CC80-51AB-4EC6-A92A-D6837C0F6D05}"/>
              </a:ext>
            </a:extLst>
          </p:cNvPr>
          <p:cNvSpPr>
            <a:spLocks xmlns:a="http://schemas.openxmlformats.org/drawingml/2006/main" noGrp="1"/>
          </p:cNvSpPr>
          <p:nvPr/>
        </p:nvSpPr>
        <p:spPr>
          <a:xfrm xmlns:a="http://schemas.openxmlformats.org/drawingml/2006/main">
            <a:off x="2867025" y="3810000"/>
            <a:ext cx="190500" cy="161925"/>
          </a:xfrm>
          <a:prstGeom xmlns:a="http://schemas.openxmlformats.org/drawingml/2006/main" prst="rect">
            <a:avLst/>
          </a:prstGeom>
          <a:solidFill xmlns:a="http://schemas.openxmlformats.org/drawingml/2006/main">
            <a:srgbClr val="0B9E9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54F0DF9-5DCE-421E-A339-CB5EDAC1E3F8}"/>
              </a:ext>
            </a:extLst>
          </p:cNvPr>
          <p:cNvSpPr>
            <a:spLocks xmlns:a="http://schemas.openxmlformats.org/drawingml/2006/main" noGrp="1"/>
          </p:cNvSpPr>
          <p:nvPr/>
        </p:nvSpPr>
        <p:spPr>
          <a:xfrm xmlns:a="http://schemas.openxmlformats.org/drawingml/2006/main">
            <a:off x="1066800" y="4276725"/>
            <a:ext cx="236220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a:solidFill>
              <a:srgbClr val="D7E1EA"/>
            </a:solidFill>
          </a:ln>
        </p:spPr>
      </p:sp>
      <p:sp>
        <p:nvSpPr>
          <p:cNvPr id="25" name="">
            <a:extLst xmlns:a="http://schemas.openxmlformats.org/drawingml/2006/main">
              <a:ext uri="{FF2B5EF4-FFF2-40B4-BE49-F238E27FC236}">
                <a16:creationId xmlns:a16="http://schemas.microsoft.com/office/drawing/2014/main" id="{70BB55CF-3026-4864-B992-54B2C63BE808}"/>
              </a:ext>
            </a:extLst>
          </p:cNvPr>
          <p:cNvSpPr>
            <a:spLocks xmlns:a="http://schemas.openxmlformats.org/drawingml/2006/main" noGrp="1"/>
          </p:cNvSpPr>
          <p:nvPr/>
        </p:nvSpPr>
        <p:spPr>
          <a:xfrm xmlns:a="http://schemas.openxmlformats.org/drawingml/2006/main">
            <a:off x="1228725" y="43338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1">
                <a:solidFill>
                  <a:srgbClr val="F28C28"/>
                </a:solidFill>
                <a:latin typeface="Arial"/>
                <a:ea typeface="Arial"/>
                <a:cs typeface="Arial"/>
              </a:defRPr>
            </a:pPr>
            <a:r>
              <a:rPr sz="1500" b="1">
                <a:solidFill>
                  <a:srgbClr val="F28C28"/>
                </a:solidFill>
                <a:latin typeface="Arial"/>
                <a:ea typeface="Arial"/>
                <a:cs typeface="Arial"/>
              </a:rPr>
              <a:t>V</a:t>
            </a:r>
          </a:p>
        </p:txBody>
      </p:sp>
      <p:sp>
        <p:nvSpPr>
          <p:cNvPr id="26" name="">
            <a:extLst xmlns:a="http://schemas.openxmlformats.org/drawingml/2006/main">
              <a:ext uri="{FF2B5EF4-FFF2-40B4-BE49-F238E27FC236}">
                <a16:creationId xmlns:a16="http://schemas.microsoft.com/office/drawing/2014/main" id="{EC9437D1-2FCE-4808-AB33-224C4FDDB584}"/>
              </a:ext>
            </a:extLst>
          </p:cNvPr>
          <p:cNvSpPr>
            <a:spLocks xmlns:a="http://schemas.openxmlformats.org/drawingml/2006/main" noGrp="1"/>
          </p:cNvSpPr>
          <p:nvPr/>
        </p:nvSpPr>
        <p:spPr>
          <a:xfrm xmlns:a="http://schemas.openxmlformats.org/drawingml/2006/main">
            <a:off x="1762125" y="4410075"/>
            <a:ext cx="190500" cy="161925"/>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E6C6964-544B-4556-BE76-BE49C757D4F9}"/>
              </a:ext>
            </a:extLst>
          </p:cNvPr>
          <p:cNvSpPr>
            <a:spLocks xmlns:a="http://schemas.openxmlformats.org/drawingml/2006/main" noGrp="1"/>
          </p:cNvSpPr>
          <p:nvPr/>
        </p:nvSpPr>
        <p:spPr>
          <a:xfrm xmlns:a="http://schemas.openxmlformats.org/drawingml/2006/main">
            <a:off x="2038350" y="4410075"/>
            <a:ext cx="190500" cy="161925"/>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9D16026-0CC8-4F38-A5F3-39699EDC3517}"/>
              </a:ext>
            </a:extLst>
          </p:cNvPr>
          <p:cNvSpPr>
            <a:spLocks xmlns:a="http://schemas.openxmlformats.org/drawingml/2006/main" noGrp="1"/>
          </p:cNvSpPr>
          <p:nvPr/>
        </p:nvSpPr>
        <p:spPr>
          <a:xfrm xmlns:a="http://schemas.openxmlformats.org/drawingml/2006/main">
            <a:off x="2314575" y="4410075"/>
            <a:ext cx="190500" cy="161925"/>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47D440A-BEA0-43DF-833A-2ACFF783C32B}"/>
              </a:ext>
            </a:extLst>
          </p:cNvPr>
          <p:cNvSpPr>
            <a:spLocks xmlns:a="http://schemas.openxmlformats.org/drawingml/2006/main" noGrp="1"/>
          </p:cNvSpPr>
          <p:nvPr/>
        </p:nvSpPr>
        <p:spPr>
          <a:xfrm xmlns:a="http://schemas.openxmlformats.org/drawingml/2006/main">
            <a:off x="2590800" y="4410075"/>
            <a:ext cx="190500" cy="161925"/>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845974E-03EF-460F-BFB4-A91745495028}"/>
              </a:ext>
            </a:extLst>
          </p:cNvPr>
          <p:cNvSpPr>
            <a:spLocks xmlns:a="http://schemas.openxmlformats.org/drawingml/2006/main" noGrp="1"/>
          </p:cNvSpPr>
          <p:nvPr/>
        </p:nvSpPr>
        <p:spPr>
          <a:xfrm xmlns:a="http://schemas.openxmlformats.org/drawingml/2006/main">
            <a:off x="2867025" y="4410075"/>
            <a:ext cx="190500" cy="161925"/>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E4B12E6-053D-43E7-BE6B-9DDF62A52D6F}"/>
              </a:ext>
            </a:extLst>
          </p:cNvPr>
          <p:cNvSpPr>
            <a:spLocks xmlns:a="http://schemas.openxmlformats.org/drawingml/2006/main" noGrp="1"/>
          </p:cNvSpPr>
          <p:nvPr/>
        </p:nvSpPr>
        <p:spPr>
          <a:xfrm xmlns:a="http://schemas.openxmlformats.org/drawingml/2006/main">
            <a:off x="4029075" y="3400425"/>
            <a:ext cx="1314450" cy="762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124D15A9-D8C6-44AA-8B3E-8B943C625C89}"/>
              </a:ext>
            </a:extLst>
          </p:cNvPr>
          <p:cNvSpPr>
            <a:spLocks xmlns:a="http://schemas.openxmlformats.org/drawingml/2006/main" noGrp="1"/>
          </p:cNvSpPr>
          <p:nvPr/>
        </p:nvSpPr>
        <p:spPr>
          <a:xfrm xmlns:a="http://schemas.openxmlformats.org/drawingml/2006/main">
            <a:off x="4362450" y="30289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28C28"/>
                </a:solidFill>
                <a:latin typeface="Arial"/>
                <a:ea typeface="Arial"/>
                <a:cs typeface="Arial"/>
              </a:defRPr>
            </a:pPr>
            <a:r>
              <a:rPr sz="1200" b="1">
                <a:solidFill>
                  <a:srgbClr val="F28C28"/>
                </a:solidFill>
                <a:latin typeface="Arial"/>
                <a:ea typeface="Arial"/>
                <a:cs typeface="Arial"/>
              </a:rPr>
              <a:t>tile</a:t>
            </a:r>
          </a:p>
        </p:txBody>
      </p:sp>
      <p:sp>
        <p:nvSpPr>
          <p:cNvPr id="33" name="">
            <a:extLst xmlns:a="http://schemas.openxmlformats.org/drawingml/2006/main">
              <a:ext uri="{FF2B5EF4-FFF2-40B4-BE49-F238E27FC236}">
                <a16:creationId xmlns:a16="http://schemas.microsoft.com/office/drawing/2014/main" id="{E792D8EF-E16C-4819-AF18-3A84BC77B652}"/>
              </a:ext>
            </a:extLst>
          </p:cNvPr>
          <p:cNvSpPr>
            <a:spLocks xmlns:a="http://schemas.openxmlformats.org/drawingml/2006/main" noGrp="1"/>
          </p:cNvSpPr>
          <p:nvPr/>
        </p:nvSpPr>
        <p:spPr>
          <a:xfrm xmlns:a="http://schemas.openxmlformats.org/drawingml/2006/main">
            <a:off x="5324475" y="2009775"/>
            <a:ext cx="2705100" cy="3067050"/>
          </a:xfrm>
          <a:prstGeom xmlns:a="http://schemas.openxmlformats.org/drawingml/2006/main" prst="roundRect">
            <a:avLst>
              <a:gd name="adj" fmla="val 2817"/>
            </a:avLst>
          </a:prstGeom>
          <a:solidFill xmlns:a="http://schemas.openxmlformats.org/drawingml/2006/main">
            <a:srgbClr val="DDF5F2"/>
          </a:solidFill>
          <a:ln xmlns:a="http://schemas.openxmlformats.org/drawingml/2006/main" w="19050">
            <a:solidFill>
              <a:srgbClr val="0B9E9A"/>
            </a:solidFill>
          </a:ln>
        </p:spPr>
      </p:sp>
      <p:sp>
        <p:nvSpPr>
          <p:cNvPr id="34" name="">
            <a:extLst xmlns:a="http://schemas.openxmlformats.org/drawingml/2006/main">
              <a:ext uri="{FF2B5EF4-FFF2-40B4-BE49-F238E27FC236}">
                <a16:creationId xmlns:a16="http://schemas.microsoft.com/office/drawing/2014/main" id="{F3E58C73-7EE6-4D77-937F-9272C7C968FE}"/>
              </a:ext>
            </a:extLst>
          </p:cNvPr>
          <p:cNvSpPr>
            <a:spLocks xmlns:a="http://schemas.openxmlformats.org/drawingml/2006/main" noGrp="1"/>
          </p:cNvSpPr>
          <p:nvPr/>
        </p:nvSpPr>
        <p:spPr>
          <a:xfrm xmlns:a="http://schemas.openxmlformats.org/drawingml/2006/main">
            <a:off x="5600700" y="21907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0B9E9A"/>
                </a:solidFill>
                <a:latin typeface="Arial"/>
                <a:ea typeface="Arial"/>
                <a:cs typeface="Arial"/>
              </a:defRPr>
            </a:pPr>
            <a:r>
              <a:rPr sz="1800" b="1">
                <a:solidFill>
                  <a:srgbClr val="0B9E9A"/>
                </a:solidFill>
                <a:latin typeface="Arial"/>
                <a:ea typeface="Arial"/>
                <a:cs typeface="Arial"/>
              </a:rPr>
              <a:t>SRAM</a:t>
            </a:r>
          </a:p>
        </p:txBody>
      </p:sp>
      <p:sp>
        <p:nvSpPr>
          <p:cNvPr id="35" name="">
            <a:extLst xmlns:a="http://schemas.openxmlformats.org/drawingml/2006/main">
              <a:ext uri="{FF2B5EF4-FFF2-40B4-BE49-F238E27FC236}">
                <a16:creationId xmlns:a16="http://schemas.microsoft.com/office/drawing/2014/main" id="{0F103C58-FC00-4518-B6D1-DD4506160067}"/>
              </a:ext>
            </a:extLst>
          </p:cNvPr>
          <p:cNvSpPr>
            <a:spLocks xmlns:a="http://schemas.openxmlformats.org/drawingml/2006/main" noGrp="1"/>
          </p:cNvSpPr>
          <p:nvPr/>
        </p:nvSpPr>
        <p:spPr>
          <a:xfrm xmlns:a="http://schemas.openxmlformats.org/drawingml/2006/main">
            <a:off x="5600700" y="25431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F7184"/>
                </a:solidFill>
                <a:latin typeface="Arial"/>
                <a:ea typeface="Arial"/>
                <a:cs typeface="Arial"/>
              </a:defRPr>
            </a:pPr>
            <a:r>
              <a:rPr sz="1275" b="0">
                <a:solidFill>
                  <a:srgbClr val="5F7184"/>
                </a:solidFill>
                <a:latin typeface="Arial"/>
                <a:ea typeface="Arial"/>
                <a:cs typeface="Arial"/>
              </a:rPr>
              <a:t>Nhỏ và rất nhanh</a:t>
            </a:r>
          </a:p>
        </p:txBody>
      </p:sp>
      <p:sp>
        <p:nvSpPr>
          <p:cNvPr id="36" name="">
            <a:extLst xmlns:a="http://schemas.openxmlformats.org/drawingml/2006/main">
              <a:ext uri="{FF2B5EF4-FFF2-40B4-BE49-F238E27FC236}">
                <a16:creationId xmlns:a16="http://schemas.microsoft.com/office/drawing/2014/main" id="{1AFB61BD-F961-4764-94C2-41F9254EBF17}"/>
              </a:ext>
            </a:extLst>
          </p:cNvPr>
          <p:cNvSpPr>
            <a:spLocks xmlns:a="http://schemas.openxmlformats.org/drawingml/2006/main" noGrp="1"/>
          </p:cNvSpPr>
          <p:nvPr/>
        </p:nvSpPr>
        <p:spPr>
          <a:xfrm xmlns:a="http://schemas.openxmlformats.org/drawingml/2006/main">
            <a:off x="5924550" y="3181350"/>
            <a:ext cx="361950" cy="361950"/>
          </a:xfrm>
          <a:prstGeom xmlns:a="http://schemas.openxmlformats.org/drawingml/2006/main" prst="rect">
            <a:avLst/>
          </a:prstGeom>
          <a:solidFill xmlns:a="http://schemas.openxmlformats.org/drawingml/2006/main">
            <a:srgbClr val="0B9E9A"/>
          </a:solidFill>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60873066-633A-464A-B7C2-5F1C31AD33B9}"/>
              </a:ext>
            </a:extLst>
          </p:cNvPr>
          <p:cNvSpPr>
            <a:spLocks xmlns:a="http://schemas.openxmlformats.org/drawingml/2006/main" noGrp="1"/>
          </p:cNvSpPr>
          <p:nvPr/>
        </p:nvSpPr>
        <p:spPr>
          <a:xfrm xmlns:a="http://schemas.openxmlformats.org/drawingml/2006/main">
            <a:off x="6324600" y="3181350"/>
            <a:ext cx="361950" cy="361950"/>
          </a:xfrm>
          <a:prstGeom xmlns:a="http://schemas.openxmlformats.org/drawingml/2006/main" prst="rect">
            <a:avLst/>
          </a:prstGeom>
          <a:solidFill xmlns:a="http://schemas.openxmlformats.org/drawingml/2006/main">
            <a:srgbClr val="72D5CF"/>
          </a:solidFill>
          <a:ln xmlns:a="http://schemas.openxmlformats.org/drawingml/2006/main" w="9525">
            <a:solidFill>
              <a:srgbClr val="FFFFFF"/>
            </a:solidFill>
          </a:ln>
        </p:spPr>
      </p:sp>
      <p:sp>
        <p:nvSpPr>
          <p:cNvPr id="38" name="">
            <a:extLst xmlns:a="http://schemas.openxmlformats.org/drawingml/2006/main">
              <a:ext uri="{FF2B5EF4-FFF2-40B4-BE49-F238E27FC236}">
                <a16:creationId xmlns:a16="http://schemas.microsoft.com/office/drawing/2014/main" id="{464B491D-3FC0-4FD7-858A-B312F06A1A6B}"/>
              </a:ext>
            </a:extLst>
          </p:cNvPr>
          <p:cNvSpPr>
            <a:spLocks xmlns:a="http://schemas.openxmlformats.org/drawingml/2006/main" noGrp="1"/>
          </p:cNvSpPr>
          <p:nvPr/>
        </p:nvSpPr>
        <p:spPr>
          <a:xfrm xmlns:a="http://schemas.openxmlformats.org/drawingml/2006/main">
            <a:off x="6724650" y="3181350"/>
            <a:ext cx="361950" cy="361950"/>
          </a:xfrm>
          <a:prstGeom xmlns:a="http://schemas.openxmlformats.org/drawingml/2006/main" prst="rect">
            <a:avLst/>
          </a:prstGeom>
          <a:solidFill xmlns:a="http://schemas.openxmlformats.org/drawingml/2006/main">
            <a:srgbClr val="0B9E9A"/>
          </a:solidFill>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67D95A76-D1D5-4135-9961-90521A3BF3B8}"/>
              </a:ext>
            </a:extLst>
          </p:cNvPr>
          <p:cNvSpPr>
            <a:spLocks xmlns:a="http://schemas.openxmlformats.org/drawingml/2006/main" noGrp="1"/>
          </p:cNvSpPr>
          <p:nvPr/>
        </p:nvSpPr>
        <p:spPr>
          <a:xfrm xmlns:a="http://schemas.openxmlformats.org/drawingml/2006/main">
            <a:off x="7124700" y="3181350"/>
            <a:ext cx="361950" cy="361950"/>
          </a:xfrm>
          <a:prstGeom xmlns:a="http://schemas.openxmlformats.org/drawingml/2006/main" prst="rect">
            <a:avLst/>
          </a:prstGeom>
          <a:solidFill xmlns:a="http://schemas.openxmlformats.org/drawingml/2006/main">
            <a:srgbClr val="72D5CF"/>
          </a:solidFill>
          <a:ln xmlns:a="http://schemas.openxmlformats.org/drawingml/2006/main" w="9525">
            <a:solidFill>
              <a:srgbClr val="FFFFFF"/>
            </a:solidFill>
          </a:ln>
        </p:spPr>
      </p:sp>
      <p:sp>
        <p:nvSpPr>
          <p:cNvPr id="40" name="">
            <a:extLst xmlns:a="http://schemas.openxmlformats.org/drawingml/2006/main">
              <a:ext uri="{FF2B5EF4-FFF2-40B4-BE49-F238E27FC236}">
                <a16:creationId xmlns:a16="http://schemas.microsoft.com/office/drawing/2014/main" id="{A4A6E20A-42A4-4ECF-9CCE-CCCCFDEB560A}"/>
              </a:ext>
            </a:extLst>
          </p:cNvPr>
          <p:cNvSpPr>
            <a:spLocks xmlns:a="http://schemas.openxmlformats.org/drawingml/2006/main" noGrp="1"/>
          </p:cNvSpPr>
          <p:nvPr/>
        </p:nvSpPr>
        <p:spPr>
          <a:xfrm xmlns:a="http://schemas.openxmlformats.org/drawingml/2006/main">
            <a:off x="5924550" y="3581400"/>
            <a:ext cx="361950" cy="361950"/>
          </a:xfrm>
          <a:prstGeom xmlns:a="http://schemas.openxmlformats.org/drawingml/2006/main" prst="rect">
            <a:avLst/>
          </a:prstGeom>
          <a:solidFill xmlns:a="http://schemas.openxmlformats.org/drawingml/2006/main">
            <a:srgbClr val="72D5CF"/>
          </a:solidFill>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6B49BD9D-0BAA-4E39-883B-A41AF6453BA6}"/>
              </a:ext>
            </a:extLst>
          </p:cNvPr>
          <p:cNvSpPr>
            <a:spLocks xmlns:a="http://schemas.openxmlformats.org/drawingml/2006/main" noGrp="1"/>
          </p:cNvSpPr>
          <p:nvPr/>
        </p:nvSpPr>
        <p:spPr>
          <a:xfrm xmlns:a="http://schemas.openxmlformats.org/drawingml/2006/main">
            <a:off x="6324600" y="3581400"/>
            <a:ext cx="361950" cy="361950"/>
          </a:xfrm>
          <a:prstGeom xmlns:a="http://schemas.openxmlformats.org/drawingml/2006/main" prst="rect">
            <a:avLst/>
          </a:prstGeom>
          <a:solidFill xmlns:a="http://schemas.openxmlformats.org/drawingml/2006/main">
            <a:srgbClr val="0B9E9A"/>
          </a:solidFill>
          <a:ln xmlns:a="http://schemas.openxmlformats.org/drawingml/2006/main" w="9525">
            <a:solidFill>
              <a:srgbClr val="FFFFFF"/>
            </a:solidFill>
          </a:ln>
        </p:spPr>
      </p:sp>
      <p:sp>
        <p:nvSpPr>
          <p:cNvPr id="42" name="">
            <a:extLst xmlns:a="http://schemas.openxmlformats.org/drawingml/2006/main">
              <a:ext uri="{FF2B5EF4-FFF2-40B4-BE49-F238E27FC236}">
                <a16:creationId xmlns:a16="http://schemas.microsoft.com/office/drawing/2014/main" id="{C1D06BC3-7C1F-4EF2-B356-68028B81F890}"/>
              </a:ext>
            </a:extLst>
          </p:cNvPr>
          <p:cNvSpPr>
            <a:spLocks xmlns:a="http://schemas.openxmlformats.org/drawingml/2006/main" noGrp="1"/>
          </p:cNvSpPr>
          <p:nvPr/>
        </p:nvSpPr>
        <p:spPr>
          <a:xfrm xmlns:a="http://schemas.openxmlformats.org/drawingml/2006/main">
            <a:off x="6724650" y="3581400"/>
            <a:ext cx="361950" cy="361950"/>
          </a:xfrm>
          <a:prstGeom xmlns:a="http://schemas.openxmlformats.org/drawingml/2006/main" prst="rect">
            <a:avLst/>
          </a:prstGeom>
          <a:solidFill xmlns:a="http://schemas.openxmlformats.org/drawingml/2006/main">
            <a:srgbClr val="72D5CF"/>
          </a:solidFill>
          <a:ln xmlns:a="http://schemas.openxmlformats.org/drawingml/2006/main" w="9525">
            <a:solidFill>
              <a:srgbClr val="FFFFFF"/>
            </a:solidFill>
          </a:ln>
        </p:spPr>
      </p:sp>
      <p:sp>
        <p:nvSpPr>
          <p:cNvPr id="43" name="">
            <a:extLst xmlns:a="http://schemas.openxmlformats.org/drawingml/2006/main">
              <a:ext uri="{FF2B5EF4-FFF2-40B4-BE49-F238E27FC236}">
                <a16:creationId xmlns:a16="http://schemas.microsoft.com/office/drawing/2014/main" id="{1ACB3D37-621F-4C2E-8C82-4D9BAE1D90E5}"/>
              </a:ext>
            </a:extLst>
          </p:cNvPr>
          <p:cNvSpPr>
            <a:spLocks xmlns:a="http://schemas.openxmlformats.org/drawingml/2006/main" noGrp="1"/>
          </p:cNvSpPr>
          <p:nvPr/>
        </p:nvSpPr>
        <p:spPr>
          <a:xfrm xmlns:a="http://schemas.openxmlformats.org/drawingml/2006/main">
            <a:off x="7124700" y="3581400"/>
            <a:ext cx="361950" cy="361950"/>
          </a:xfrm>
          <a:prstGeom xmlns:a="http://schemas.openxmlformats.org/drawingml/2006/main" prst="rect">
            <a:avLst/>
          </a:prstGeom>
          <a:solidFill xmlns:a="http://schemas.openxmlformats.org/drawingml/2006/main">
            <a:srgbClr val="0B9E9A"/>
          </a:solidFill>
          <a:ln xmlns:a="http://schemas.openxmlformats.org/drawingml/2006/main" w="9525">
            <a:solidFill>
              <a:srgbClr val="FFFFFF"/>
            </a:solidFill>
          </a:ln>
        </p:spPr>
      </p:sp>
      <p:sp>
        <p:nvSpPr>
          <p:cNvPr id="44" name="">
            <a:extLst xmlns:a="http://schemas.openxmlformats.org/drawingml/2006/main">
              <a:ext uri="{FF2B5EF4-FFF2-40B4-BE49-F238E27FC236}">
                <a16:creationId xmlns:a16="http://schemas.microsoft.com/office/drawing/2014/main" id="{9EF8AA65-3E09-4030-B73F-536AC987AE38}"/>
              </a:ext>
            </a:extLst>
          </p:cNvPr>
          <p:cNvSpPr>
            <a:spLocks xmlns:a="http://schemas.openxmlformats.org/drawingml/2006/main" noGrp="1"/>
          </p:cNvSpPr>
          <p:nvPr/>
        </p:nvSpPr>
        <p:spPr>
          <a:xfrm xmlns:a="http://schemas.openxmlformats.org/drawingml/2006/main">
            <a:off x="5924550" y="3981450"/>
            <a:ext cx="361950" cy="361950"/>
          </a:xfrm>
          <a:prstGeom xmlns:a="http://schemas.openxmlformats.org/drawingml/2006/main" prst="rect">
            <a:avLst/>
          </a:prstGeom>
          <a:solidFill xmlns:a="http://schemas.openxmlformats.org/drawingml/2006/main">
            <a:srgbClr val="0B9E9A"/>
          </a:solidFill>
          <a:ln xmlns:a="http://schemas.openxmlformats.org/drawingml/2006/main" w="9525">
            <a:solidFill>
              <a:srgbClr val="FFFFFF"/>
            </a:solidFill>
          </a:ln>
        </p:spPr>
      </p:sp>
      <p:sp>
        <p:nvSpPr>
          <p:cNvPr id="45" name="">
            <a:extLst xmlns:a="http://schemas.openxmlformats.org/drawingml/2006/main">
              <a:ext uri="{FF2B5EF4-FFF2-40B4-BE49-F238E27FC236}">
                <a16:creationId xmlns:a16="http://schemas.microsoft.com/office/drawing/2014/main" id="{D0AC1E71-D30B-4397-BEC8-5E217F5D4227}"/>
              </a:ext>
            </a:extLst>
          </p:cNvPr>
          <p:cNvSpPr>
            <a:spLocks xmlns:a="http://schemas.openxmlformats.org/drawingml/2006/main" noGrp="1"/>
          </p:cNvSpPr>
          <p:nvPr/>
        </p:nvSpPr>
        <p:spPr>
          <a:xfrm xmlns:a="http://schemas.openxmlformats.org/drawingml/2006/main">
            <a:off x="6324600" y="3981450"/>
            <a:ext cx="361950" cy="361950"/>
          </a:xfrm>
          <a:prstGeom xmlns:a="http://schemas.openxmlformats.org/drawingml/2006/main" prst="rect">
            <a:avLst/>
          </a:prstGeom>
          <a:solidFill xmlns:a="http://schemas.openxmlformats.org/drawingml/2006/main">
            <a:srgbClr val="72D5CF"/>
          </a:solidFill>
          <a:ln xmlns:a="http://schemas.openxmlformats.org/drawingml/2006/main" w="9525">
            <a:solidFill>
              <a:srgbClr val="FFFFFF"/>
            </a:solidFill>
          </a:ln>
        </p:spPr>
      </p:sp>
      <p:sp>
        <p:nvSpPr>
          <p:cNvPr id="46" name="">
            <a:extLst xmlns:a="http://schemas.openxmlformats.org/drawingml/2006/main">
              <a:ext uri="{FF2B5EF4-FFF2-40B4-BE49-F238E27FC236}">
                <a16:creationId xmlns:a16="http://schemas.microsoft.com/office/drawing/2014/main" id="{574E5CDD-AB22-4835-8098-195106F95C92}"/>
              </a:ext>
            </a:extLst>
          </p:cNvPr>
          <p:cNvSpPr>
            <a:spLocks xmlns:a="http://schemas.openxmlformats.org/drawingml/2006/main" noGrp="1"/>
          </p:cNvSpPr>
          <p:nvPr/>
        </p:nvSpPr>
        <p:spPr>
          <a:xfrm xmlns:a="http://schemas.openxmlformats.org/drawingml/2006/main">
            <a:off x="6724650" y="3981450"/>
            <a:ext cx="361950" cy="361950"/>
          </a:xfrm>
          <a:prstGeom xmlns:a="http://schemas.openxmlformats.org/drawingml/2006/main" prst="rect">
            <a:avLst/>
          </a:prstGeom>
          <a:solidFill xmlns:a="http://schemas.openxmlformats.org/drawingml/2006/main">
            <a:srgbClr val="0B9E9A"/>
          </a:solidFill>
          <a:ln xmlns:a="http://schemas.openxmlformats.org/drawingml/2006/main" w="9525">
            <a:solidFill>
              <a:srgbClr val="FFFFFF"/>
            </a:solidFill>
          </a:ln>
        </p:spPr>
      </p:sp>
      <p:sp>
        <p:nvSpPr>
          <p:cNvPr id="47" name="">
            <a:extLst xmlns:a="http://schemas.openxmlformats.org/drawingml/2006/main">
              <a:ext uri="{FF2B5EF4-FFF2-40B4-BE49-F238E27FC236}">
                <a16:creationId xmlns:a16="http://schemas.microsoft.com/office/drawing/2014/main" id="{B9DF4540-1F58-4F88-BD80-C1A50BE9BC1C}"/>
              </a:ext>
            </a:extLst>
          </p:cNvPr>
          <p:cNvSpPr>
            <a:spLocks xmlns:a="http://schemas.openxmlformats.org/drawingml/2006/main" noGrp="1"/>
          </p:cNvSpPr>
          <p:nvPr/>
        </p:nvSpPr>
        <p:spPr>
          <a:xfrm xmlns:a="http://schemas.openxmlformats.org/drawingml/2006/main">
            <a:off x="7124700" y="3981450"/>
            <a:ext cx="361950" cy="361950"/>
          </a:xfrm>
          <a:prstGeom xmlns:a="http://schemas.openxmlformats.org/drawingml/2006/main" prst="rect">
            <a:avLst/>
          </a:prstGeom>
          <a:solidFill xmlns:a="http://schemas.openxmlformats.org/drawingml/2006/main">
            <a:srgbClr val="72D5CF"/>
          </a:solidFill>
          <a:ln xmlns:a="http://schemas.openxmlformats.org/drawingml/2006/main" w="9525">
            <a:solidFill>
              <a:srgbClr val="FFFFFF"/>
            </a:solidFill>
          </a:ln>
        </p:spPr>
      </p:sp>
      <p:sp>
        <p:nvSpPr>
          <p:cNvPr id="48" name="">
            <a:extLst xmlns:a="http://schemas.openxmlformats.org/drawingml/2006/main">
              <a:ext uri="{FF2B5EF4-FFF2-40B4-BE49-F238E27FC236}">
                <a16:creationId xmlns:a16="http://schemas.microsoft.com/office/drawing/2014/main" id="{54C1CA88-9F07-4DF3-BCA9-605F5D25C7CB}"/>
              </a:ext>
            </a:extLst>
          </p:cNvPr>
          <p:cNvSpPr>
            <a:spLocks xmlns:a="http://schemas.openxmlformats.org/drawingml/2006/main" noGrp="1"/>
          </p:cNvSpPr>
          <p:nvPr/>
        </p:nvSpPr>
        <p:spPr>
          <a:xfrm xmlns:a="http://schemas.openxmlformats.org/drawingml/2006/main">
            <a:off x="5924550" y="4381500"/>
            <a:ext cx="361950" cy="361950"/>
          </a:xfrm>
          <a:prstGeom xmlns:a="http://schemas.openxmlformats.org/drawingml/2006/main" prst="rect">
            <a:avLst/>
          </a:prstGeom>
          <a:solidFill xmlns:a="http://schemas.openxmlformats.org/drawingml/2006/main">
            <a:srgbClr val="72D5CF"/>
          </a:solidFill>
          <a:ln xmlns:a="http://schemas.openxmlformats.org/drawingml/2006/main" w="9525">
            <a:solidFill>
              <a:srgbClr val="FFFFFF"/>
            </a:solidFill>
          </a:ln>
        </p:spPr>
      </p:sp>
      <p:sp>
        <p:nvSpPr>
          <p:cNvPr id="49" name="">
            <a:extLst xmlns:a="http://schemas.openxmlformats.org/drawingml/2006/main">
              <a:ext uri="{FF2B5EF4-FFF2-40B4-BE49-F238E27FC236}">
                <a16:creationId xmlns:a16="http://schemas.microsoft.com/office/drawing/2014/main" id="{EEEC5F60-72E7-4E00-A968-852F1FF3756E}"/>
              </a:ext>
            </a:extLst>
          </p:cNvPr>
          <p:cNvSpPr>
            <a:spLocks xmlns:a="http://schemas.openxmlformats.org/drawingml/2006/main" noGrp="1"/>
          </p:cNvSpPr>
          <p:nvPr/>
        </p:nvSpPr>
        <p:spPr>
          <a:xfrm xmlns:a="http://schemas.openxmlformats.org/drawingml/2006/main">
            <a:off x="6324600" y="4381500"/>
            <a:ext cx="361950" cy="361950"/>
          </a:xfrm>
          <a:prstGeom xmlns:a="http://schemas.openxmlformats.org/drawingml/2006/main" prst="rect">
            <a:avLst/>
          </a:prstGeom>
          <a:solidFill xmlns:a="http://schemas.openxmlformats.org/drawingml/2006/main">
            <a:srgbClr val="0B9E9A"/>
          </a:solidFill>
          <a:ln xmlns:a="http://schemas.openxmlformats.org/drawingml/2006/main" w="9525">
            <a:solidFill>
              <a:srgbClr val="FFFFFF"/>
            </a:solidFill>
          </a:ln>
        </p:spPr>
      </p:sp>
      <p:sp>
        <p:nvSpPr>
          <p:cNvPr id="50" name="">
            <a:extLst xmlns:a="http://schemas.openxmlformats.org/drawingml/2006/main">
              <a:ext uri="{FF2B5EF4-FFF2-40B4-BE49-F238E27FC236}">
                <a16:creationId xmlns:a16="http://schemas.microsoft.com/office/drawing/2014/main" id="{EF5ADC0F-968F-4169-A970-4C0D2FAB02C6}"/>
              </a:ext>
            </a:extLst>
          </p:cNvPr>
          <p:cNvSpPr>
            <a:spLocks xmlns:a="http://schemas.openxmlformats.org/drawingml/2006/main" noGrp="1"/>
          </p:cNvSpPr>
          <p:nvPr/>
        </p:nvSpPr>
        <p:spPr>
          <a:xfrm xmlns:a="http://schemas.openxmlformats.org/drawingml/2006/main">
            <a:off x="6724650" y="4381500"/>
            <a:ext cx="361950" cy="361950"/>
          </a:xfrm>
          <a:prstGeom xmlns:a="http://schemas.openxmlformats.org/drawingml/2006/main" prst="rect">
            <a:avLst/>
          </a:prstGeom>
          <a:solidFill xmlns:a="http://schemas.openxmlformats.org/drawingml/2006/main">
            <a:srgbClr val="72D5CF"/>
          </a:solidFill>
          <a:ln xmlns:a="http://schemas.openxmlformats.org/drawingml/2006/main" w="9525">
            <a:solidFill>
              <a:srgbClr val="FFFFFF"/>
            </a:solidFill>
          </a:ln>
        </p:spPr>
      </p:sp>
      <p:sp>
        <p:nvSpPr>
          <p:cNvPr id="51" name="">
            <a:extLst xmlns:a="http://schemas.openxmlformats.org/drawingml/2006/main">
              <a:ext uri="{FF2B5EF4-FFF2-40B4-BE49-F238E27FC236}">
                <a16:creationId xmlns:a16="http://schemas.microsoft.com/office/drawing/2014/main" id="{75B89522-8950-443C-92AC-B405A13DC2EB}"/>
              </a:ext>
            </a:extLst>
          </p:cNvPr>
          <p:cNvSpPr>
            <a:spLocks xmlns:a="http://schemas.openxmlformats.org/drawingml/2006/main" noGrp="1"/>
          </p:cNvSpPr>
          <p:nvPr/>
        </p:nvSpPr>
        <p:spPr>
          <a:xfrm xmlns:a="http://schemas.openxmlformats.org/drawingml/2006/main">
            <a:off x="7124700" y="4381500"/>
            <a:ext cx="361950" cy="361950"/>
          </a:xfrm>
          <a:prstGeom xmlns:a="http://schemas.openxmlformats.org/drawingml/2006/main" prst="rect">
            <a:avLst/>
          </a:prstGeom>
          <a:solidFill xmlns:a="http://schemas.openxmlformats.org/drawingml/2006/main">
            <a:srgbClr val="0B9E9A"/>
          </a:solidFill>
          <a:ln xmlns:a="http://schemas.openxmlformats.org/drawingml/2006/main" w="9525">
            <a:solidFill>
              <a:srgbClr val="FFFFFF"/>
            </a:solidFill>
          </a:ln>
        </p:spPr>
      </p:sp>
      <p:sp>
        <p:nvSpPr>
          <p:cNvPr id="52" name="">
            <a:extLst xmlns:a="http://schemas.openxmlformats.org/drawingml/2006/main">
              <a:ext uri="{FF2B5EF4-FFF2-40B4-BE49-F238E27FC236}">
                <a16:creationId xmlns:a16="http://schemas.microsoft.com/office/drawing/2014/main" id="{A0868587-EEED-4B29-98D7-B400EA57B53C}"/>
              </a:ext>
            </a:extLst>
          </p:cNvPr>
          <p:cNvSpPr>
            <a:spLocks xmlns:a="http://schemas.openxmlformats.org/drawingml/2006/main" noGrp="1"/>
          </p:cNvSpPr>
          <p:nvPr/>
        </p:nvSpPr>
        <p:spPr>
          <a:xfrm xmlns:a="http://schemas.openxmlformats.org/drawingml/2006/main">
            <a:off x="5524500" y="47339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334"/>
          </a:bodyPr>
          <a:lstStyle xmlns:a="http://schemas.openxmlformats.org/drawingml/2006/main"/>
          <a:p xmlns:a="http://schemas.openxmlformats.org/drawingml/2006/main">
            <a:pPr>
              <a:defRPr sz="1200" b="1">
                <a:solidFill>
                  <a:srgbClr val="17324D"/>
                </a:solidFill>
                <a:latin typeface="Arial"/>
                <a:ea typeface="Arial"/>
                <a:cs typeface="Arial"/>
              </a:defRPr>
            </a:pPr>
            <a:r>
              <a:rPr sz="1200" b="1">
                <a:solidFill>
                  <a:srgbClr val="17324D"/>
                </a:solidFill>
                <a:latin typeface="Arial"/>
                <a:ea typeface="Arial"/>
                <a:cs typeface="Arial"/>
              </a:rPr>
              <a:t>Tính một tile tại một thời điểm</a:t>
            </a:r>
          </a:p>
        </p:txBody>
      </p:sp>
      <p:sp>
        <p:nvSpPr>
          <p:cNvPr id="53" name="">
            <a:extLst xmlns:a="http://schemas.openxmlformats.org/drawingml/2006/main">
              <a:ext uri="{FF2B5EF4-FFF2-40B4-BE49-F238E27FC236}">
                <a16:creationId xmlns:a16="http://schemas.microsoft.com/office/drawing/2014/main" id="{34CE3C11-BA12-4CFD-99E6-D6AC9385B237}"/>
              </a:ext>
            </a:extLst>
          </p:cNvPr>
          <p:cNvSpPr>
            <a:spLocks xmlns:a="http://schemas.openxmlformats.org/drawingml/2006/main" noGrp="1"/>
          </p:cNvSpPr>
          <p:nvPr/>
        </p:nvSpPr>
        <p:spPr>
          <a:xfrm xmlns:a="http://schemas.openxmlformats.org/drawingml/2006/main">
            <a:off x="8058150" y="3400425"/>
            <a:ext cx="952500" cy="762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79A2BB4C-B241-4EE6-9EC9-C02B583817CF}"/>
              </a:ext>
            </a:extLst>
          </p:cNvPr>
          <p:cNvSpPr>
            <a:spLocks xmlns:a="http://schemas.openxmlformats.org/drawingml/2006/main" noGrp="1"/>
          </p:cNvSpPr>
          <p:nvPr/>
        </p:nvSpPr>
        <p:spPr>
          <a:xfrm xmlns:a="http://schemas.openxmlformats.org/drawingml/2006/main">
            <a:off x="9010650" y="2381250"/>
            <a:ext cx="2571750" cy="2209800"/>
          </a:xfrm>
          <a:prstGeom xmlns:a="http://schemas.openxmlformats.org/drawingml/2006/main" prst="roundRect">
            <a:avLst>
              <a:gd name="adj" fmla="val 3448"/>
            </a:avLst>
          </a:prstGeom>
          <a:solidFill xmlns:a="http://schemas.openxmlformats.org/drawingml/2006/main">
            <a:srgbClr val="0B1F33"/>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D35677F6-9008-4BFB-A410-DDE63202174C}"/>
              </a:ext>
            </a:extLst>
          </p:cNvPr>
          <p:cNvSpPr>
            <a:spLocks xmlns:a="http://schemas.openxmlformats.org/drawingml/2006/main" noGrp="1"/>
          </p:cNvSpPr>
          <p:nvPr/>
        </p:nvSpPr>
        <p:spPr>
          <a:xfrm xmlns:a="http://schemas.openxmlformats.org/drawingml/2006/main">
            <a:off x="9239250" y="2628900"/>
            <a:ext cx="2114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FFC078"/>
                </a:solidFill>
                <a:latin typeface="Arial"/>
                <a:ea typeface="Arial"/>
                <a:cs typeface="Arial"/>
              </a:defRPr>
            </a:pPr>
            <a:r>
              <a:rPr sz="1425" b="1">
                <a:solidFill>
                  <a:srgbClr val="FFC078"/>
                </a:solidFill>
                <a:latin typeface="Arial"/>
                <a:ea typeface="Arial"/>
                <a:cs typeface="Arial"/>
              </a:rPr>
              <a:t>ONLINE SOFTMAX</a:t>
            </a:r>
          </a:p>
        </p:txBody>
      </p:sp>
      <p:sp>
        <p:nvSpPr>
          <p:cNvPr id="56" name="">
            <a:extLst xmlns:a="http://schemas.openxmlformats.org/drawingml/2006/main">
              <a:ext uri="{FF2B5EF4-FFF2-40B4-BE49-F238E27FC236}">
                <a16:creationId xmlns:a16="http://schemas.microsoft.com/office/drawing/2014/main" id="{80AD8FDA-8D1A-401F-BE65-B2D5F752B692}"/>
              </a:ext>
            </a:extLst>
          </p:cNvPr>
          <p:cNvSpPr>
            <a:spLocks xmlns:a="http://schemas.openxmlformats.org/drawingml/2006/main" noGrp="1"/>
          </p:cNvSpPr>
          <p:nvPr/>
        </p:nvSpPr>
        <p:spPr>
          <a:xfrm xmlns:a="http://schemas.openxmlformats.org/drawingml/2006/main">
            <a:off x="9353550" y="3105150"/>
            <a:ext cx="1885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Cập nhật max</a:t>
            </a:r>
          </a:p>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Cập nhật tổng exp</a:t>
            </a:r>
          </a:p>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Cộng dồn output</a:t>
            </a:r>
          </a:p>
        </p:txBody>
      </p:sp>
      <p:sp>
        <p:nvSpPr>
          <p:cNvPr id="57" name="">
            <a:extLst xmlns:a="http://schemas.openxmlformats.org/drawingml/2006/main">
              <a:ext uri="{FF2B5EF4-FFF2-40B4-BE49-F238E27FC236}">
                <a16:creationId xmlns:a16="http://schemas.microsoft.com/office/drawing/2014/main" id="{FE4E0428-3758-4340-B6DE-65786C4F02F9}"/>
              </a:ext>
            </a:extLst>
          </p:cNvPr>
          <p:cNvSpPr>
            <a:spLocks xmlns:a="http://schemas.openxmlformats.org/drawingml/2006/main" noGrp="1"/>
          </p:cNvSpPr>
          <p:nvPr/>
        </p:nvSpPr>
        <p:spPr>
          <a:xfrm xmlns:a="http://schemas.openxmlformats.org/drawingml/2006/main">
            <a:off x="723900" y="5505450"/>
            <a:ext cx="108585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D7E1EA"/>
            </a:solidFill>
          </a:ln>
        </p:spPr>
      </p:sp>
      <p:sp>
        <p:nvSpPr>
          <p:cNvPr id="58" name="">
            <a:extLst xmlns:a="http://schemas.openxmlformats.org/drawingml/2006/main">
              <a:ext uri="{FF2B5EF4-FFF2-40B4-BE49-F238E27FC236}">
                <a16:creationId xmlns:a16="http://schemas.microsoft.com/office/drawing/2014/main" id="{E128D231-4694-41A0-AF77-83A80A1459F8}"/>
              </a:ext>
            </a:extLst>
          </p:cNvPr>
          <p:cNvSpPr>
            <a:spLocks xmlns:a="http://schemas.openxmlformats.org/drawingml/2006/main" noGrp="1"/>
          </p:cNvSpPr>
          <p:nvPr/>
        </p:nvSpPr>
        <p:spPr>
          <a:xfrm xmlns:a="http://schemas.openxmlformats.org/drawingml/2006/main">
            <a:off x="971550" y="56388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0B1F33"/>
                </a:solidFill>
                <a:latin typeface="Arial"/>
                <a:ea typeface="Arial"/>
                <a:cs typeface="Arial"/>
              </a:defRPr>
            </a:pPr>
            <a:r>
              <a:rPr sz="1650" b="1">
                <a:solidFill>
                  <a:srgbClr val="0B1F33"/>
                </a:solidFill>
                <a:latin typeface="Arial"/>
                <a:ea typeface="Arial"/>
                <a:cs typeface="Arial"/>
              </a:rPr>
              <a:t>Không ghi toàn bộ S và A ra HBM</a:t>
            </a:r>
          </a:p>
        </p:txBody>
      </p:sp>
      <p:sp>
        <p:nvSpPr>
          <p:cNvPr id="59" name="">
            <a:extLst xmlns:a="http://schemas.openxmlformats.org/drawingml/2006/main">
              <a:ext uri="{FF2B5EF4-FFF2-40B4-BE49-F238E27FC236}">
                <a16:creationId xmlns:a16="http://schemas.microsoft.com/office/drawing/2014/main" id="{D635EE56-76AE-460A-8B09-894B1E27B5B8}"/>
              </a:ext>
            </a:extLst>
          </p:cNvPr>
          <p:cNvSpPr>
            <a:spLocks xmlns:a="http://schemas.openxmlformats.org/drawingml/2006/main" noGrp="1"/>
          </p:cNvSpPr>
          <p:nvPr/>
        </p:nvSpPr>
        <p:spPr>
          <a:xfrm xmlns:a="http://schemas.openxmlformats.org/drawingml/2006/main">
            <a:off x="7105650" y="563880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E65B4B"/>
                </a:solidFill>
                <a:latin typeface="Arial"/>
                <a:ea typeface="Arial"/>
                <a:cs typeface="Arial"/>
              </a:defRPr>
            </a:pPr>
            <a:r>
              <a:rPr sz="1650" b="1">
                <a:solidFill>
                  <a:srgbClr val="E65B4B"/>
                </a:solidFill>
                <a:latin typeface="Arial"/>
                <a:ea typeface="Arial"/>
                <a:cs typeface="Arial"/>
              </a:rPr>
              <a:t>Số cặp Attention vẫn O(n²)</a:t>
            </a:r>
          </a:p>
        </p:txBody>
      </p:sp>
    </p:spTree>
    <p:extLst>
      <p:ext uri="{BB962C8B-B14F-4D97-AF65-F5344CB8AC3E}">
        <p14:creationId xmlns:p14="http://schemas.microsoft.com/office/powerpoint/2010/main" val="962971802"/>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E7EFBCD8-2276-4604-8492-E427D5770B9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9E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C96773-902C-4D87-A640-A2B71D55CF58}"/>
              </a:ext>
            </a:extLst>
          </p:cNvPr>
          <p:cNvSpPr>
            <a:spLocks xmlns:a="http://schemas.openxmlformats.org/drawingml/2006/main" noGrp="1"/>
          </p:cNvSpPr>
          <p:nvPr/>
        </p:nvSpPr>
        <p:spPr>
          <a:xfrm xmlns:a="http://schemas.openxmlformats.org/drawingml/2006/main">
            <a:off x="533400" y="2571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B9E9A"/>
                </a:solidFill>
                <a:latin typeface="Arial"/>
                <a:ea typeface="Arial"/>
                <a:cs typeface="Arial"/>
              </a:defRPr>
            </a:pPr>
            <a:r>
              <a:rPr sz="900" b="1">
                <a:solidFill>
                  <a:srgbClr val="0B9E9A"/>
                </a:solidFill>
                <a:latin typeface="Arial"/>
                <a:ea typeface="Arial"/>
                <a:cs typeface="Arial"/>
              </a:rPr>
              <a:t>TRANSFORMER · LONG CONTEXT</a:t>
            </a:r>
          </a:p>
        </p:txBody>
      </p:sp>
      <p:sp>
        <p:nvSpPr>
          <p:cNvPr id="3" name="">
            <a:extLst xmlns:a="http://schemas.openxmlformats.org/drawingml/2006/main">
              <a:ext uri="{FF2B5EF4-FFF2-40B4-BE49-F238E27FC236}">
                <a16:creationId xmlns:a16="http://schemas.microsoft.com/office/drawing/2014/main" id="{54353AB7-9833-4985-8B4A-7E7EC7B737C3}"/>
              </a:ext>
            </a:extLst>
          </p:cNvPr>
          <p:cNvSpPr>
            <a:spLocks xmlns:a="http://schemas.openxmlformats.org/drawingml/2006/main" noGrp="1"/>
          </p:cNvSpPr>
          <p:nvPr/>
        </p:nvSpPr>
        <p:spPr>
          <a:xfrm xmlns:a="http://schemas.openxmlformats.org/drawingml/2006/main">
            <a:off x="533400" y="5429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0B1F33"/>
                </a:solidFill>
                <a:latin typeface="Arial"/>
                <a:ea typeface="Arial"/>
                <a:cs typeface="Arial"/>
              </a:defRPr>
            </a:pPr>
            <a:r>
              <a:rPr sz="2325" b="1">
                <a:solidFill>
                  <a:srgbClr val="0B1F33"/>
                </a:solidFill>
                <a:latin typeface="Arial"/>
                <a:ea typeface="Arial"/>
                <a:cs typeface="Arial"/>
              </a:rPr>
              <a:t>Cùng một phép toán, hai cách tổ chức thực thi</a:t>
            </a:r>
          </a:p>
        </p:txBody>
      </p:sp>
      <p:sp>
        <p:nvSpPr>
          <p:cNvPr id="4" name="">
            <a:extLst xmlns:a="http://schemas.openxmlformats.org/drawingml/2006/main">
              <a:ext uri="{FF2B5EF4-FFF2-40B4-BE49-F238E27FC236}">
                <a16:creationId xmlns:a16="http://schemas.microsoft.com/office/drawing/2014/main" id="{C2EF1959-9D31-40F5-A568-544DEDB40794}"/>
              </a:ext>
            </a:extLst>
          </p:cNvPr>
          <p:cNvSpPr>
            <a:spLocks xmlns:a="http://schemas.openxmlformats.org/drawingml/2006/main" noGrp="1"/>
          </p:cNvSpPr>
          <p:nvPr/>
        </p:nvSpPr>
        <p:spPr>
          <a:xfrm xmlns:a="http://schemas.openxmlformats.org/drawingml/2006/main">
            <a:off x="533400" y="6467475"/>
            <a:ext cx="11125200" cy="19050"/>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3133F3-BCB4-4BC9-A237-F561F6C7C8BE}"/>
              </a:ext>
            </a:extLst>
          </p:cNvPr>
          <p:cNvSpPr>
            <a:spLocks xmlns:a="http://schemas.openxmlformats.org/drawingml/2006/main" noGrp="1"/>
          </p:cNvSpPr>
          <p:nvPr/>
        </p:nvSpPr>
        <p:spPr>
          <a:xfrm xmlns:a="http://schemas.openxmlformats.org/drawingml/2006/main">
            <a:off x="10810875" y="6515100"/>
            <a:ext cx="8477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F7184"/>
                </a:solidFill>
                <a:latin typeface="Arial"/>
                <a:ea typeface="Arial"/>
                <a:cs typeface="Arial"/>
              </a:defRPr>
            </a:pPr>
            <a:r>
              <a:rPr sz="750" b="0">
                <a:solidFill>
                  <a:srgbClr val="5F7184"/>
                </a:solidFill>
                <a:latin typeface="Arial"/>
                <a:ea typeface="Arial"/>
                <a:cs typeface="Arial"/>
              </a:rPr>
              <a:t>07 / 09</a:t>
            </a:r>
          </a:p>
        </p:txBody>
      </p:sp>
      <p:sp>
        <p:nvSpPr>
          <p:cNvPr id="6" name="">
            <a:extLst xmlns:a="http://schemas.openxmlformats.org/drawingml/2006/main">
              <a:ext uri="{FF2B5EF4-FFF2-40B4-BE49-F238E27FC236}">
                <a16:creationId xmlns:a16="http://schemas.microsoft.com/office/drawing/2014/main" id="{4CA5D479-CE52-4D7C-9652-F9E54BCA6BDF}"/>
              </a:ext>
            </a:extLst>
          </p:cNvPr>
          <p:cNvSpPr>
            <a:spLocks xmlns:a="http://schemas.openxmlformats.org/drawingml/2006/main" noGrp="1"/>
          </p:cNvSpPr>
          <p:nvPr/>
        </p:nvSpPr>
        <p:spPr>
          <a:xfrm xmlns:a="http://schemas.openxmlformats.org/drawingml/2006/main">
            <a:off x="628650" y="13239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65B4B"/>
                </a:solidFill>
                <a:latin typeface="Arial"/>
                <a:ea typeface="Arial"/>
                <a:cs typeface="Arial"/>
              </a:defRPr>
            </a:pPr>
            <a:r>
              <a:rPr sz="1350" b="1">
                <a:solidFill>
                  <a:srgbClr val="E65B4B"/>
                </a:solidFill>
                <a:latin typeface="Arial"/>
                <a:ea typeface="Arial"/>
                <a:cs typeface="Arial"/>
              </a:rPr>
              <a:t>CÁCH THÔNG THƯỜNG</a:t>
            </a:r>
          </a:p>
        </p:txBody>
      </p:sp>
      <p:sp>
        <p:nvSpPr>
          <p:cNvPr id="7" name="">
            <a:extLst xmlns:a="http://schemas.openxmlformats.org/drawingml/2006/main">
              <a:ext uri="{FF2B5EF4-FFF2-40B4-BE49-F238E27FC236}">
                <a16:creationId xmlns:a16="http://schemas.microsoft.com/office/drawing/2014/main" id="{4BBBCD43-B3DF-49BD-9954-E0A2BE0D435C}"/>
              </a:ext>
            </a:extLst>
          </p:cNvPr>
          <p:cNvSpPr>
            <a:spLocks xmlns:a="http://schemas.openxmlformats.org/drawingml/2006/main" noGrp="1"/>
          </p:cNvSpPr>
          <p:nvPr/>
        </p:nvSpPr>
        <p:spPr>
          <a:xfrm xmlns:a="http://schemas.openxmlformats.org/drawingml/2006/main">
            <a:off x="6667500" y="13239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0B9E9A"/>
                </a:solidFill>
                <a:latin typeface="Arial"/>
                <a:ea typeface="Arial"/>
                <a:cs typeface="Arial"/>
              </a:defRPr>
            </a:pPr>
            <a:r>
              <a:rPr sz="1350" b="1">
                <a:solidFill>
                  <a:srgbClr val="0B9E9A"/>
                </a:solidFill>
                <a:latin typeface="Arial"/>
                <a:ea typeface="Arial"/>
                <a:cs typeface="Arial"/>
              </a:rPr>
              <a:t>FLASHATTENTION</a:t>
            </a:r>
          </a:p>
        </p:txBody>
      </p:sp>
      <p:sp>
        <p:nvSpPr>
          <p:cNvPr id="8" name="">
            <a:extLst xmlns:a="http://schemas.openxmlformats.org/drawingml/2006/main">
              <a:ext uri="{FF2B5EF4-FFF2-40B4-BE49-F238E27FC236}">
                <a16:creationId xmlns:a16="http://schemas.microsoft.com/office/drawing/2014/main" id="{1D6C3BCB-F0BD-431E-876F-D74903BAA723}"/>
              </a:ext>
            </a:extLst>
          </p:cNvPr>
          <p:cNvSpPr>
            <a:spLocks xmlns:a="http://schemas.openxmlformats.org/drawingml/2006/main" noGrp="1"/>
          </p:cNvSpPr>
          <p:nvPr/>
        </p:nvSpPr>
        <p:spPr>
          <a:xfrm xmlns:a="http://schemas.openxmlformats.org/drawingml/2006/main">
            <a:off x="685800" y="1847850"/>
            <a:ext cx="457200" cy="457200"/>
          </a:xfrm>
          <a:prstGeom xmlns:a="http://schemas.openxmlformats.org/drawingml/2006/main" prst="ellipse">
            <a:avLst/>
          </a:prstGeom>
          <a:solidFill xmlns:a="http://schemas.openxmlformats.org/drawingml/2006/main">
            <a:srgbClr val="2D6CD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299CBC3-4665-42E3-9039-00411327407F}"/>
              </a:ext>
            </a:extLst>
          </p:cNvPr>
          <p:cNvSpPr>
            <a:spLocks xmlns:a="http://schemas.openxmlformats.org/drawingml/2006/main" noGrp="1"/>
          </p:cNvSpPr>
          <p:nvPr/>
        </p:nvSpPr>
        <p:spPr>
          <a:xfrm xmlns:a="http://schemas.openxmlformats.org/drawingml/2006/main">
            <a:off x="685800" y="18478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53C5410E-8F25-43FD-8E1A-9B59D3E2D16F}"/>
              </a:ext>
            </a:extLst>
          </p:cNvPr>
          <p:cNvSpPr>
            <a:spLocks xmlns:a="http://schemas.openxmlformats.org/drawingml/2006/main" noGrp="1"/>
          </p:cNvSpPr>
          <p:nvPr/>
        </p:nvSpPr>
        <p:spPr>
          <a:xfrm xmlns:a="http://schemas.openxmlformats.org/drawingml/2006/main">
            <a:off x="1352550" y="184785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Tính QKᵀ</a:t>
            </a:r>
          </a:p>
        </p:txBody>
      </p:sp>
      <p:sp>
        <p:nvSpPr>
          <p:cNvPr id="11" name="">
            <a:extLst xmlns:a="http://schemas.openxmlformats.org/drawingml/2006/main">
              <a:ext uri="{FF2B5EF4-FFF2-40B4-BE49-F238E27FC236}">
                <a16:creationId xmlns:a16="http://schemas.microsoft.com/office/drawing/2014/main" id="{4F0462FC-E78F-43AA-8E4F-E4EF9208F0D0}"/>
              </a:ext>
            </a:extLst>
          </p:cNvPr>
          <p:cNvSpPr>
            <a:spLocks xmlns:a="http://schemas.openxmlformats.org/drawingml/2006/main" noGrp="1"/>
          </p:cNvSpPr>
          <p:nvPr/>
        </p:nvSpPr>
        <p:spPr>
          <a:xfrm xmlns:a="http://schemas.openxmlformats.org/drawingml/2006/main">
            <a:off x="895350" y="2314575"/>
            <a:ext cx="38100" cy="371475"/>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A20E40C-39B6-425C-835D-ADE765E871B4}"/>
              </a:ext>
            </a:extLst>
          </p:cNvPr>
          <p:cNvSpPr>
            <a:spLocks xmlns:a="http://schemas.openxmlformats.org/drawingml/2006/main" noGrp="1"/>
          </p:cNvSpPr>
          <p:nvPr/>
        </p:nvSpPr>
        <p:spPr>
          <a:xfrm xmlns:a="http://schemas.openxmlformats.org/drawingml/2006/main">
            <a:off x="685800" y="2686050"/>
            <a:ext cx="457200" cy="457200"/>
          </a:xfrm>
          <a:prstGeom xmlns:a="http://schemas.openxmlformats.org/drawingml/2006/main" prst="ellipse">
            <a:avLst/>
          </a:prstGeom>
          <a:solidFill xmlns:a="http://schemas.openxmlformats.org/drawingml/2006/main">
            <a:srgbClr val="E65B4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C151D98-4234-48BD-AB14-F8D8D13E7E44}"/>
              </a:ext>
            </a:extLst>
          </p:cNvPr>
          <p:cNvSpPr>
            <a:spLocks xmlns:a="http://schemas.openxmlformats.org/drawingml/2006/main" noGrp="1"/>
          </p:cNvSpPr>
          <p:nvPr/>
        </p:nvSpPr>
        <p:spPr>
          <a:xfrm xmlns:a="http://schemas.openxmlformats.org/drawingml/2006/main">
            <a:off x="685800" y="26860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75E6241B-45FA-4570-984F-07A327CAA1AA}"/>
              </a:ext>
            </a:extLst>
          </p:cNvPr>
          <p:cNvSpPr>
            <a:spLocks xmlns:a="http://schemas.openxmlformats.org/drawingml/2006/main" noGrp="1"/>
          </p:cNvSpPr>
          <p:nvPr/>
        </p:nvSpPr>
        <p:spPr>
          <a:xfrm xmlns:a="http://schemas.openxmlformats.org/drawingml/2006/main">
            <a:off x="1352550" y="268605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Ghi S vào HBM</a:t>
            </a:r>
          </a:p>
        </p:txBody>
      </p:sp>
      <p:sp>
        <p:nvSpPr>
          <p:cNvPr id="15" name="">
            <a:extLst xmlns:a="http://schemas.openxmlformats.org/drawingml/2006/main">
              <a:ext uri="{FF2B5EF4-FFF2-40B4-BE49-F238E27FC236}">
                <a16:creationId xmlns:a16="http://schemas.microsoft.com/office/drawing/2014/main" id="{12016606-1B1D-44A0-A8C9-F930F864924F}"/>
              </a:ext>
            </a:extLst>
          </p:cNvPr>
          <p:cNvSpPr>
            <a:spLocks xmlns:a="http://schemas.openxmlformats.org/drawingml/2006/main" noGrp="1"/>
          </p:cNvSpPr>
          <p:nvPr/>
        </p:nvSpPr>
        <p:spPr>
          <a:xfrm xmlns:a="http://schemas.openxmlformats.org/drawingml/2006/main">
            <a:off x="895350" y="3152775"/>
            <a:ext cx="38100" cy="371475"/>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745DFFC-6A2C-4162-886B-2C1FE511C44F}"/>
              </a:ext>
            </a:extLst>
          </p:cNvPr>
          <p:cNvSpPr>
            <a:spLocks xmlns:a="http://schemas.openxmlformats.org/drawingml/2006/main" noGrp="1"/>
          </p:cNvSpPr>
          <p:nvPr/>
        </p:nvSpPr>
        <p:spPr>
          <a:xfrm xmlns:a="http://schemas.openxmlformats.org/drawingml/2006/main">
            <a:off x="685800" y="3524250"/>
            <a:ext cx="457200" cy="457200"/>
          </a:xfrm>
          <a:prstGeom xmlns:a="http://schemas.openxmlformats.org/drawingml/2006/main" prst="ellipse">
            <a:avLst/>
          </a:prstGeom>
          <a:solidFill xmlns:a="http://schemas.openxmlformats.org/drawingml/2006/main">
            <a:srgbClr val="E65B4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F0FC43D-4039-4017-8686-3B978B357ADF}"/>
              </a:ext>
            </a:extLst>
          </p:cNvPr>
          <p:cNvSpPr>
            <a:spLocks xmlns:a="http://schemas.openxmlformats.org/drawingml/2006/main" noGrp="1"/>
          </p:cNvSpPr>
          <p:nvPr/>
        </p:nvSpPr>
        <p:spPr>
          <a:xfrm xmlns:a="http://schemas.openxmlformats.org/drawingml/2006/main">
            <a:off x="685800" y="35242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23E99E01-1D61-47F8-BF13-0801F6FA70A1}"/>
              </a:ext>
            </a:extLst>
          </p:cNvPr>
          <p:cNvSpPr>
            <a:spLocks xmlns:a="http://schemas.openxmlformats.org/drawingml/2006/main" noGrp="1"/>
          </p:cNvSpPr>
          <p:nvPr/>
        </p:nvSpPr>
        <p:spPr>
          <a:xfrm xmlns:a="http://schemas.openxmlformats.org/drawingml/2006/main">
            <a:off x="1352550" y="352425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Softmax, ghi A</a:t>
            </a:r>
          </a:p>
        </p:txBody>
      </p:sp>
      <p:sp>
        <p:nvSpPr>
          <p:cNvPr id="19" name="">
            <a:extLst xmlns:a="http://schemas.openxmlformats.org/drawingml/2006/main">
              <a:ext uri="{FF2B5EF4-FFF2-40B4-BE49-F238E27FC236}">
                <a16:creationId xmlns:a16="http://schemas.microsoft.com/office/drawing/2014/main" id="{2611F552-E10A-4D76-BEF1-3F3261AD8940}"/>
              </a:ext>
            </a:extLst>
          </p:cNvPr>
          <p:cNvSpPr>
            <a:spLocks xmlns:a="http://schemas.openxmlformats.org/drawingml/2006/main" noGrp="1"/>
          </p:cNvSpPr>
          <p:nvPr/>
        </p:nvSpPr>
        <p:spPr>
          <a:xfrm xmlns:a="http://schemas.openxmlformats.org/drawingml/2006/main">
            <a:off x="895350" y="3990975"/>
            <a:ext cx="38100" cy="371475"/>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335FD33-3322-4E9D-85D0-0A1728F54E09}"/>
              </a:ext>
            </a:extLst>
          </p:cNvPr>
          <p:cNvSpPr>
            <a:spLocks xmlns:a="http://schemas.openxmlformats.org/drawingml/2006/main" noGrp="1"/>
          </p:cNvSpPr>
          <p:nvPr/>
        </p:nvSpPr>
        <p:spPr>
          <a:xfrm xmlns:a="http://schemas.openxmlformats.org/drawingml/2006/main">
            <a:off x="685800" y="4362450"/>
            <a:ext cx="457200" cy="457200"/>
          </a:xfrm>
          <a:prstGeom xmlns:a="http://schemas.openxmlformats.org/drawingml/2006/main" prst="ellipse">
            <a:avLst/>
          </a:prstGeom>
          <a:solidFill xmlns:a="http://schemas.openxmlformats.org/drawingml/2006/main">
            <a:srgbClr val="2D6CD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5952159-584D-439F-9E85-C64C1074582C}"/>
              </a:ext>
            </a:extLst>
          </p:cNvPr>
          <p:cNvSpPr>
            <a:spLocks xmlns:a="http://schemas.openxmlformats.org/drawingml/2006/main" noGrp="1"/>
          </p:cNvSpPr>
          <p:nvPr/>
        </p:nvSpPr>
        <p:spPr>
          <a:xfrm xmlns:a="http://schemas.openxmlformats.org/drawingml/2006/main">
            <a:off x="685800" y="43624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BB0A02C4-EFC0-48C7-8D39-994BBD002C2A}"/>
              </a:ext>
            </a:extLst>
          </p:cNvPr>
          <p:cNvSpPr>
            <a:spLocks xmlns:a="http://schemas.openxmlformats.org/drawingml/2006/main" noGrp="1"/>
          </p:cNvSpPr>
          <p:nvPr/>
        </p:nvSpPr>
        <p:spPr>
          <a:xfrm xmlns:a="http://schemas.openxmlformats.org/drawingml/2006/main">
            <a:off x="1352550" y="436245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Tính AV</a:t>
            </a:r>
          </a:p>
        </p:txBody>
      </p:sp>
      <p:sp>
        <p:nvSpPr>
          <p:cNvPr id="23" name="">
            <a:extLst xmlns:a="http://schemas.openxmlformats.org/drawingml/2006/main">
              <a:ext uri="{FF2B5EF4-FFF2-40B4-BE49-F238E27FC236}">
                <a16:creationId xmlns:a16="http://schemas.microsoft.com/office/drawing/2014/main" id="{15C4EB04-E130-4A91-A668-20023C0BD6C6}"/>
              </a:ext>
            </a:extLst>
          </p:cNvPr>
          <p:cNvSpPr>
            <a:spLocks xmlns:a="http://schemas.openxmlformats.org/drawingml/2006/main" noGrp="1"/>
          </p:cNvSpPr>
          <p:nvPr/>
        </p:nvSpPr>
        <p:spPr>
          <a:xfrm xmlns:a="http://schemas.openxmlformats.org/drawingml/2006/main">
            <a:off x="638175" y="5314950"/>
            <a:ext cx="4476750" cy="638175"/>
          </a:xfrm>
          <a:prstGeom xmlns:a="http://schemas.openxmlformats.org/drawingml/2006/main" prst="roundRect">
            <a:avLst>
              <a:gd name="adj" fmla="val 11940"/>
            </a:avLst>
          </a:prstGeom>
          <a:solidFill xmlns:a="http://schemas.openxmlformats.org/drawingml/2006/main">
            <a:srgbClr val="FBE5E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93D14D1-F956-4A0D-B1BF-66468ECCF1C5}"/>
              </a:ext>
            </a:extLst>
          </p:cNvPr>
          <p:cNvSpPr>
            <a:spLocks xmlns:a="http://schemas.openxmlformats.org/drawingml/2006/main" noGrp="1"/>
          </p:cNvSpPr>
          <p:nvPr/>
        </p:nvSpPr>
        <p:spPr>
          <a:xfrm xmlns:a="http://schemas.openxmlformats.org/drawingml/2006/main">
            <a:off x="885825" y="54483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E65B4B"/>
                </a:solidFill>
                <a:latin typeface="Arial"/>
                <a:ea typeface="Arial"/>
                <a:cs typeface="Arial"/>
              </a:defRPr>
            </a:pPr>
            <a:r>
              <a:rPr sz="1575" b="1">
                <a:solidFill>
                  <a:srgbClr val="E65B4B"/>
                </a:solidFill>
                <a:latin typeface="Arial"/>
                <a:ea typeface="Arial"/>
                <a:cs typeface="Arial"/>
              </a:rPr>
              <a:t>Hai lần ghi ma trận n × n</a:t>
            </a:r>
          </a:p>
        </p:txBody>
      </p:sp>
      <p:sp>
        <p:nvSpPr>
          <p:cNvPr id="25" name="">
            <a:extLst xmlns:a="http://schemas.openxmlformats.org/drawingml/2006/main">
              <a:ext uri="{FF2B5EF4-FFF2-40B4-BE49-F238E27FC236}">
                <a16:creationId xmlns:a16="http://schemas.microsoft.com/office/drawing/2014/main" id="{93944D60-0B48-4E0A-BF19-730F400FE3B9}"/>
              </a:ext>
            </a:extLst>
          </p:cNvPr>
          <p:cNvSpPr>
            <a:spLocks xmlns:a="http://schemas.openxmlformats.org/drawingml/2006/main" noGrp="1"/>
          </p:cNvSpPr>
          <p:nvPr/>
        </p:nvSpPr>
        <p:spPr>
          <a:xfrm xmlns:a="http://schemas.openxmlformats.org/drawingml/2006/main">
            <a:off x="6800850" y="1933575"/>
            <a:ext cx="1219200" cy="904875"/>
          </a:xfrm>
          <a:prstGeom xmlns:a="http://schemas.openxmlformats.org/drawingml/2006/main" prst="roundRect">
            <a:avLst>
              <a:gd name="adj" fmla="val 8421"/>
            </a:avLst>
          </a:prstGeom>
          <a:solidFill xmlns:a="http://schemas.openxmlformats.org/drawingml/2006/main">
            <a:srgbClr val="E8F2FA"/>
          </a:solidFill>
          <a:ln xmlns:a="http://schemas.openxmlformats.org/drawingml/2006/main" w="9525">
            <a:solidFill>
              <a:srgbClr val="D7E1EA"/>
            </a:solidFill>
          </a:ln>
        </p:spPr>
      </p:sp>
      <p:sp>
        <p:nvSpPr>
          <p:cNvPr id="26" name="">
            <a:extLst xmlns:a="http://schemas.openxmlformats.org/drawingml/2006/main">
              <a:ext uri="{FF2B5EF4-FFF2-40B4-BE49-F238E27FC236}">
                <a16:creationId xmlns:a16="http://schemas.microsoft.com/office/drawing/2014/main" id="{47D0F8CE-9B63-4276-B49B-6BEADD9E1BF4}"/>
              </a:ext>
            </a:extLst>
          </p:cNvPr>
          <p:cNvSpPr>
            <a:spLocks xmlns:a="http://schemas.openxmlformats.org/drawingml/2006/main" noGrp="1"/>
          </p:cNvSpPr>
          <p:nvPr/>
        </p:nvSpPr>
        <p:spPr>
          <a:xfrm xmlns:a="http://schemas.openxmlformats.org/drawingml/2006/main">
            <a:off x="6800850" y="2009775"/>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D6CDF"/>
                </a:solidFill>
                <a:latin typeface="Arial"/>
                <a:ea typeface="Arial"/>
                <a:cs typeface="Arial"/>
              </a:defRPr>
            </a:pPr>
            <a:r>
              <a:rPr sz="1200" b="1">
                <a:solidFill>
                  <a:srgbClr val="2D6CDF"/>
                </a:solidFill>
                <a:latin typeface="Arial"/>
                <a:ea typeface="Arial"/>
                <a:cs typeface="Arial"/>
              </a:rPr>
              <a:t>TILE 1</a:t>
            </a:r>
          </a:p>
        </p:txBody>
      </p:sp>
      <p:sp>
        <p:nvSpPr>
          <p:cNvPr id="27" name="">
            <a:extLst xmlns:a="http://schemas.openxmlformats.org/drawingml/2006/main">
              <a:ext uri="{FF2B5EF4-FFF2-40B4-BE49-F238E27FC236}">
                <a16:creationId xmlns:a16="http://schemas.microsoft.com/office/drawing/2014/main" id="{5E2475A7-7ED9-408D-B725-C4ADD6B439B0}"/>
              </a:ext>
            </a:extLst>
          </p:cNvPr>
          <p:cNvSpPr>
            <a:spLocks xmlns:a="http://schemas.openxmlformats.org/drawingml/2006/main" noGrp="1"/>
          </p:cNvSpPr>
          <p:nvPr/>
        </p:nvSpPr>
        <p:spPr>
          <a:xfrm xmlns:a="http://schemas.openxmlformats.org/drawingml/2006/main">
            <a:off x="7029450" y="2371725"/>
            <a:ext cx="190500" cy="152400"/>
          </a:xfrm>
          <a:prstGeom xmlns:a="http://schemas.openxmlformats.org/drawingml/2006/main" prst="rect">
            <a:avLst/>
          </a:prstGeom>
          <a:solidFill xmlns:a="http://schemas.openxmlformats.org/drawingml/2006/main">
            <a:srgbClr val="2D6CDF"/>
          </a:solidFill>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37AC82D0-324B-4387-B60A-4B7683B35C23}"/>
              </a:ext>
            </a:extLst>
          </p:cNvPr>
          <p:cNvSpPr>
            <a:spLocks xmlns:a="http://schemas.openxmlformats.org/drawingml/2006/main" noGrp="1"/>
          </p:cNvSpPr>
          <p:nvPr/>
        </p:nvSpPr>
        <p:spPr>
          <a:xfrm xmlns:a="http://schemas.openxmlformats.org/drawingml/2006/main">
            <a:off x="7286625" y="2371725"/>
            <a:ext cx="190500" cy="152400"/>
          </a:xfrm>
          <a:prstGeom xmlns:a="http://schemas.openxmlformats.org/drawingml/2006/main" prst="rect">
            <a:avLst/>
          </a:prstGeom>
          <a:solidFill xmlns:a="http://schemas.openxmlformats.org/drawingml/2006/main">
            <a:srgbClr val="2D6CDF"/>
          </a:solidFill>
          <a:ln xmlns:a="http://schemas.openxmlformats.org/drawingml/2006/main" w="9525">
            <a:solidFill>
              <a:srgbClr val="FFFFFF"/>
            </a:solidFill>
          </a:ln>
        </p:spPr>
      </p:sp>
      <p:sp>
        <p:nvSpPr>
          <p:cNvPr id="29" name="">
            <a:extLst xmlns:a="http://schemas.openxmlformats.org/drawingml/2006/main">
              <a:ext uri="{FF2B5EF4-FFF2-40B4-BE49-F238E27FC236}">
                <a16:creationId xmlns:a16="http://schemas.microsoft.com/office/drawing/2014/main" id="{FE6BD991-B531-4C80-91AF-6F7FC933C15E}"/>
              </a:ext>
            </a:extLst>
          </p:cNvPr>
          <p:cNvSpPr>
            <a:spLocks xmlns:a="http://schemas.openxmlformats.org/drawingml/2006/main" noGrp="1"/>
          </p:cNvSpPr>
          <p:nvPr/>
        </p:nvSpPr>
        <p:spPr>
          <a:xfrm xmlns:a="http://schemas.openxmlformats.org/drawingml/2006/main">
            <a:off x="7543800" y="2371725"/>
            <a:ext cx="190500" cy="152400"/>
          </a:xfrm>
          <a:prstGeom xmlns:a="http://schemas.openxmlformats.org/drawingml/2006/main" prst="rect">
            <a:avLst/>
          </a:prstGeom>
          <a:solidFill xmlns:a="http://schemas.openxmlformats.org/drawingml/2006/main">
            <a:srgbClr val="2D6CDF"/>
          </a:solidFill>
          <a:ln xmlns:a="http://schemas.openxmlformats.org/drawingml/2006/main" w="9525">
            <a:solidFill>
              <a:srgbClr val="FFFFFF"/>
            </a:solidFill>
          </a:ln>
        </p:spPr>
      </p:sp>
      <p:sp>
        <p:nvSpPr>
          <p:cNvPr id="30" name="">
            <a:extLst xmlns:a="http://schemas.openxmlformats.org/drawingml/2006/main">
              <a:ext uri="{FF2B5EF4-FFF2-40B4-BE49-F238E27FC236}">
                <a16:creationId xmlns:a16="http://schemas.microsoft.com/office/drawing/2014/main" id="{9887DC87-25D0-4B9D-8F27-A5C3EF460E56}"/>
              </a:ext>
            </a:extLst>
          </p:cNvPr>
          <p:cNvSpPr>
            <a:spLocks xmlns:a="http://schemas.openxmlformats.org/drawingml/2006/main" noGrp="1"/>
          </p:cNvSpPr>
          <p:nvPr/>
        </p:nvSpPr>
        <p:spPr>
          <a:xfrm xmlns:a="http://schemas.openxmlformats.org/drawingml/2006/main">
            <a:off x="7029450" y="2571750"/>
            <a:ext cx="190500" cy="152400"/>
          </a:xfrm>
          <a:prstGeom xmlns:a="http://schemas.openxmlformats.org/drawingml/2006/main" prst="rect">
            <a:avLst/>
          </a:prstGeom>
          <a:solidFill xmlns:a="http://schemas.openxmlformats.org/drawingml/2006/main">
            <a:srgbClr val="2D6CDF"/>
          </a:solidFill>
          <a:ln xmlns:a="http://schemas.openxmlformats.org/drawingml/2006/main" w="9525">
            <a:solidFill>
              <a:srgbClr val="FFFFFF"/>
            </a:solidFill>
          </a:ln>
        </p:spPr>
      </p:sp>
      <p:sp>
        <p:nvSpPr>
          <p:cNvPr id="31" name="">
            <a:extLst xmlns:a="http://schemas.openxmlformats.org/drawingml/2006/main">
              <a:ext uri="{FF2B5EF4-FFF2-40B4-BE49-F238E27FC236}">
                <a16:creationId xmlns:a16="http://schemas.microsoft.com/office/drawing/2014/main" id="{551011F2-E418-4E98-8EE5-00877579101C}"/>
              </a:ext>
            </a:extLst>
          </p:cNvPr>
          <p:cNvSpPr>
            <a:spLocks xmlns:a="http://schemas.openxmlformats.org/drawingml/2006/main" noGrp="1"/>
          </p:cNvSpPr>
          <p:nvPr/>
        </p:nvSpPr>
        <p:spPr>
          <a:xfrm xmlns:a="http://schemas.openxmlformats.org/drawingml/2006/main">
            <a:off x="7286625" y="2571750"/>
            <a:ext cx="190500" cy="152400"/>
          </a:xfrm>
          <a:prstGeom xmlns:a="http://schemas.openxmlformats.org/drawingml/2006/main" prst="rect">
            <a:avLst/>
          </a:prstGeom>
          <a:solidFill xmlns:a="http://schemas.openxmlformats.org/drawingml/2006/main">
            <a:srgbClr val="2D6CDF"/>
          </a:solidFill>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AF9EBE6C-FBDD-4133-A23A-1C373FEBF739}"/>
              </a:ext>
            </a:extLst>
          </p:cNvPr>
          <p:cNvSpPr>
            <a:spLocks xmlns:a="http://schemas.openxmlformats.org/drawingml/2006/main" noGrp="1"/>
          </p:cNvSpPr>
          <p:nvPr/>
        </p:nvSpPr>
        <p:spPr>
          <a:xfrm xmlns:a="http://schemas.openxmlformats.org/drawingml/2006/main">
            <a:off x="7543800" y="2571750"/>
            <a:ext cx="190500" cy="152400"/>
          </a:xfrm>
          <a:prstGeom xmlns:a="http://schemas.openxmlformats.org/drawingml/2006/main" prst="rect">
            <a:avLst/>
          </a:prstGeom>
          <a:solidFill xmlns:a="http://schemas.openxmlformats.org/drawingml/2006/main">
            <a:srgbClr val="2D6CDF"/>
          </a:solidFill>
          <a:ln xmlns:a="http://schemas.openxmlformats.org/drawingml/2006/main" w="9525">
            <a:solidFill>
              <a:srgbClr val="FFFFFF"/>
            </a:solidFill>
          </a:ln>
        </p:spPr>
      </p:sp>
      <p:sp>
        <p:nvSpPr>
          <p:cNvPr id="33" name="">
            <a:extLst xmlns:a="http://schemas.openxmlformats.org/drawingml/2006/main">
              <a:ext uri="{FF2B5EF4-FFF2-40B4-BE49-F238E27FC236}">
                <a16:creationId xmlns:a16="http://schemas.microsoft.com/office/drawing/2014/main" id="{431B7EC6-6FEA-4340-BDEE-86C7933AEA6B}"/>
              </a:ext>
            </a:extLst>
          </p:cNvPr>
          <p:cNvSpPr>
            <a:spLocks xmlns:a="http://schemas.openxmlformats.org/drawingml/2006/main" noGrp="1"/>
          </p:cNvSpPr>
          <p:nvPr/>
        </p:nvSpPr>
        <p:spPr>
          <a:xfrm xmlns:a="http://schemas.openxmlformats.org/drawingml/2006/main">
            <a:off x="8277225" y="1933575"/>
            <a:ext cx="1219200" cy="904875"/>
          </a:xfrm>
          <a:prstGeom xmlns:a="http://schemas.openxmlformats.org/drawingml/2006/main" prst="roundRect">
            <a:avLst>
              <a:gd name="adj" fmla="val 8421"/>
            </a:avLst>
          </a:prstGeom>
          <a:solidFill xmlns:a="http://schemas.openxmlformats.org/drawingml/2006/main">
            <a:srgbClr val="E8F2FA"/>
          </a:solidFill>
          <a:ln xmlns:a="http://schemas.openxmlformats.org/drawingml/2006/main" w="9525">
            <a:solidFill>
              <a:srgbClr val="D7E1EA"/>
            </a:solidFill>
          </a:ln>
        </p:spPr>
      </p:sp>
      <p:sp>
        <p:nvSpPr>
          <p:cNvPr id="34" name="">
            <a:extLst xmlns:a="http://schemas.openxmlformats.org/drawingml/2006/main">
              <a:ext uri="{FF2B5EF4-FFF2-40B4-BE49-F238E27FC236}">
                <a16:creationId xmlns:a16="http://schemas.microsoft.com/office/drawing/2014/main" id="{310A14F3-172C-439B-9902-6FA0AD0569D5}"/>
              </a:ext>
            </a:extLst>
          </p:cNvPr>
          <p:cNvSpPr>
            <a:spLocks xmlns:a="http://schemas.openxmlformats.org/drawingml/2006/main" noGrp="1"/>
          </p:cNvSpPr>
          <p:nvPr/>
        </p:nvSpPr>
        <p:spPr>
          <a:xfrm xmlns:a="http://schemas.openxmlformats.org/drawingml/2006/main">
            <a:off x="8277225" y="2009775"/>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B9E9A"/>
                </a:solidFill>
                <a:latin typeface="Arial"/>
                <a:ea typeface="Arial"/>
                <a:cs typeface="Arial"/>
              </a:defRPr>
            </a:pPr>
            <a:r>
              <a:rPr sz="1200" b="1">
                <a:solidFill>
                  <a:srgbClr val="0B9E9A"/>
                </a:solidFill>
                <a:latin typeface="Arial"/>
                <a:ea typeface="Arial"/>
                <a:cs typeface="Arial"/>
              </a:rPr>
              <a:t>TILE 2</a:t>
            </a:r>
          </a:p>
        </p:txBody>
      </p:sp>
      <p:sp>
        <p:nvSpPr>
          <p:cNvPr id="35" name="">
            <a:extLst xmlns:a="http://schemas.openxmlformats.org/drawingml/2006/main">
              <a:ext uri="{FF2B5EF4-FFF2-40B4-BE49-F238E27FC236}">
                <a16:creationId xmlns:a16="http://schemas.microsoft.com/office/drawing/2014/main" id="{6075231E-D2E6-48C1-97C9-DF1220923B84}"/>
              </a:ext>
            </a:extLst>
          </p:cNvPr>
          <p:cNvSpPr>
            <a:spLocks xmlns:a="http://schemas.openxmlformats.org/drawingml/2006/main" noGrp="1"/>
          </p:cNvSpPr>
          <p:nvPr/>
        </p:nvSpPr>
        <p:spPr>
          <a:xfrm xmlns:a="http://schemas.openxmlformats.org/drawingml/2006/main">
            <a:off x="8505825" y="2371725"/>
            <a:ext cx="190500" cy="152400"/>
          </a:xfrm>
          <a:prstGeom xmlns:a="http://schemas.openxmlformats.org/drawingml/2006/main" prst="rect">
            <a:avLst/>
          </a:prstGeom>
          <a:solidFill xmlns:a="http://schemas.openxmlformats.org/drawingml/2006/main">
            <a:srgbClr val="0B9E9A"/>
          </a:solidFill>
          <a:ln xmlns:a="http://schemas.openxmlformats.org/drawingml/2006/main" w="9525">
            <a:solidFill>
              <a:srgbClr val="FFFFFF"/>
            </a:solidFill>
          </a:ln>
        </p:spPr>
      </p:sp>
      <p:sp>
        <p:nvSpPr>
          <p:cNvPr id="36" name="">
            <a:extLst xmlns:a="http://schemas.openxmlformats.org/drawingml/2006/main">
              <a:ext uri="{FF2B5EF4-FFF2-40B4-BE49-F238E27FC236}">
                <a16:creationId xmlns:a16="http://schemas.microsoft.com/office/drawing/2014/main" id="{36140C78-E8A2-4DAE-8167-0F13A14562D1}"/>
              </a:ext>
            </a:extLst>
          </p:cNvPr>
          <p:cNvSpPr>
            <a:spLocks xmlns:a="http://schemas.openxmlformats.org/drawingml/2006/main" noGrp="1"/>
          </p:cNvSpPr>
          <p:nvPr/>
        </p:nvSpPr>
        <p:spPr>
          <a:xfrm xmlns:a="http://schemas.openxmlformats.org/drawingml/2006/main">
            <a:off x="8763000" y="2371725"/>
            <a:ext cx="190500" cy="152400"/>
          </a:xfrm>
          <a:prstGeom xmlns:a="http://schemas.openxmlformats.org/drawingml/2006/main" prst="rect">
            <a:avLst/>
          </a:prstGeom>
          <a:solidFill xmlns:a="http://schemas.openxmlformats.org/drawingml/2006/main">
            <a:srgbClr val="0B9E9A"/>
          </a:solidFill>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7AB65A94-897D-4AC4-A8DC-13A75A1EFF6E}"/>
              </a:ext>
            </a:extLst>
          </p:cNvPr>
          <p:cNvSpPr>
            <a:spLocks xmlns:a="http://schemas.openxmlformats.org/drawingml/2006/main" noGrp="1"/>
          </p:cNvSpPr>
          <p:nvPr/>
        </p:nvSpPr>
        <p:spPr>
          <a:xfrm xmlns:a="http://schemas.openxmlformats.org/drawingml/2006/main">
            <a:off x="9020175" y="2371725"/>
            <a:ext cx="190500" cy="152400"/>
          </a:xfrm>
          <a:prstGeom xmlns:a="http://schemas.openxmlformats.org/drawingml/2006/main" prst="rect">
            <a:avLst/>
          </a:prstGeom>
          <a:solidFill xmlns:a="http://schemas.openxmlformats.org/drawingml/2006/main">
            <a:srgbClr val="0B9E9A"/>
          </a:solidFill>
          <a:ln xmlns:a="http://schemas.openxmlformats.org/drawingml/2006/main" w="9525">
            <a:solidFill>
              <a:srgbClr val="FFFFFF"/>
            </a:solidFill>
          </a:ln>
        </p:spPr>
      </p:sp>
      <p:sp>
        <p:nvSpPr>
          <p:cNvPr id="38" name="">
            <a:extLst xmlns:a="http://schemas.openxmlformats.org/drawingml/2006/main">
              <a:ext uri="{FF2B5EF4-FFF2-40B4-BE49-F238E27FC236}">
                <a16:creationId xmlns:a16="http://schemas.microsoft.com/office/drawing/2014/main" id="{0B5597E4-B04B-4EC4-A831-77FFA32C0168}"/>
              </a:ext>
            </a:extLst>
          </p:cNvPr>
          <p:cNvSpPr>
            <a:spLocks xmlns:a="http://schemas.openxmlformats.org/drawingml/2006/main" noGrp="1"/>
          </p:cNvSpPr>
          <p:nvPr/>
        </p:nvSpPr>
        <p:spPr>
          <a:xfrm xmlns:a="http://schemas.openxmlformats.org/drawingml/2006/main">
            <a:off x="8505825" y="2571750"/>
            <a:ext cx="190500" cy="152400"/>
          </a:xfrm>
          <a:prstGeom xmlns:a="http://schemas.openxmlformats.org/drawingml/2006/main" prst="rect">
            <a:avLst/>
          </a:prstGeom>
          <a:solidFill xmlns:a="http://schemas.openxmlformats.org/drawingml/2006/main">
            <a:srgbClr val="0B9E9A"/>
          </a:solidFill>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29C0CE18-EDDC-4CE7-AEB9-B5CBECD859D0}"/>
              </a:ext>
            </a:extLst>
          </p:cNvPr>
          <p:cNvSpPr>
            <a:spLocks xmlns:a="http://schemas.openxmlformats.org/drawingml/2006/main" noGrp="1"/>
          </p:cNvSpPr>
          <p:nvPr/>
        </p:nvSpPr>
        <p:spPr>
          <a:xfrm xmlns:a="http://schemas.openxmlformats.org/drawingml/2006/main">
            <a:off x="8763000" y="2571750"/>
            <a:ext cx="190500" cy="152400"/>
          </a:xfrm>
          <a:prstGeom xmlns:a="http://schemas.openxmlformats.org/drawingml/2006/main" prst="rect">
            <a:avLst/>
          </a:prstGeom>
          <a:solidFill xmlns:a="http://schemas.openxmlformats.org/drawingml/2006/main">
            <a:srgbClr val="0B9E9A"/>
          </a:solidFill>
          <a:ln xmlns:a="http://schemas.openxmlformats.org/drawingml/2006/main" w="9525">
            <a:solidFill>
              <a:srgbClr val="FFFFFF"/>
            </a:solidFill>
          </a:ln>
        </p:spPr>
      </p:sp>
      <p:sp>
        <p:nvSpPr>
          <p:cNvPr id="40" name="">
            <a:extLst xmlns:a="http://schemas.openxmlformats.org/drawingml/2006/main">
              <a:ext uri="{FF2B5EF4-FFF2-40B4-BE49-F238E27FC236}">
                <a16:creationId xmlns:a16="http://schemas.microsoft.com/office/drawing/2014/main" id="{F045736E-544F-478F-BB76-555D55041000}"/>
              </a:ext>
            </a:extLst>
          </p:cNvPr>
          <p:cNvSpPr>
            <a:spLocks xmlns:a="http://schemas.openxmlformats.org/drawingml/2006/main" noGrp="1"/>
          </p:cNvSpPr>
          <p:nvPr/>
        </p:nvSpPr>
        <p:spPr>
          <a:xfrm xmlns:a="http://schemas.openxmlformats.org/drawingml/2006/main">
            <a:off x="9020175" y="2571750"/>
            <a:ext cx="190500" cy="152400"/>
          </a:xfrm>
          <a:prstGeom xmlns:a="http://schemas.openxmlformats.org/drawingml/2006/main" prst="rect">
            <a:avLst/>
          </a:prstGeom>
          <a:solidFill xmlns:a="http://schemas.openxmlformats.org/drawingml/2006/main">
            <a:srgbClr val="0B9E9A"/>
          </a:solidFill>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A892EF6C-9DE8-4A03-A4B6-CF117DD5C4EE}"/>
              </a:ext>
            </a:extLst>
          </p:cNvPr>
          <p:cNvSpPr>
            <a:spLocks xmlns:a="http://schemas.openxmlformats.org/drawingml/2006/main" noGrp="1"/>
          </p:cNvSpPr>
          <p:nvPr/>
        </p:nvSpPr>
        <p:spPr>
          <a:xfrm xmlns:a="http://schemas.openxmlformats.org/drawingml/2006/main">
            <a:off x="9753600" y="1933575"/>
            <a:ext cx="1219200" cy="904875"/>
          </a:xfrm>
          <a:prstGeom xmlns:a="http://schemas.openxmlformats.org/drawingml/2006/main" prst="roundRect">
            <a:avLst>
              <a:gd name="adj" fmla="val 8421"/>
            </a:avLst>
          </a:prstGeom>
          <a:solidFill xmlns:a="http://schemas.openxmlformats.org/drawingml/2006/main">
            <a:srgbClr val="E8F2FA"/>
          </a:solidFill>
          <a:ln xmlns:a="http://schemas.openxmlformats.org/drawingml/2006/main" w="9525">
            <a:solidFill>
              <a:srgbClr val="D7E1EA"/>
            </a:solidFill>
          </a:ln>
        </p:spPr>
      </p:sp>
      <p:sp>
        <p:nvSpPr>
          <p:cNvPr id="42" name="">
            <a:extLst xmlns:a="http://schemas.openxmlformats.org/drawingml/2006/main">
              <a:ext uri="{FF2B5EF4-FFF2-40B4-BE49-F238E27FC236}">
                <a16:creationId xmlns:a16="http://schemas.microsoft.com/office/drawing/2014/main" id="{BD04B868-CFD4-4C07-BC00-BEC2FEA453FD}"/>
              </a:ext>
            </a:extLst>
          </p:cNvPr>
          <p:cNvSpPr>
            <a:spLocks xmlns:a="http://schemas.openxmlformats.org/drawingml/2006/main" noGrp="1"/>
          </p:cNvSpPr>
          <p:nvPr/>
        </p:nvSpPr>
        <p:spPr>
          <a:xfrm xmlns:a="http://schemas.openxmlformats.org/drawingml/2006/main">
            <a:off x="9753600" y="2009775"/>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28C28"/>
                </a:solidFill>
                <a:latin typeface="Arial"/>
                <a:ea typeface="Arial"/>
                <a:cs typeface="Arial"/>
              </a:defRPr>
            </a:pPr>
            <a:r>
              <a:rPr sz="1200" b="1">
                <a:solidFill>
                  <a:srgbClr val="F28C28"/>
                </a:solidFill>
                <a:latin typeface="Arial"/>
                <a:ea typeface="Arial"/>
                <a:cs typeface="Arial"/>
              </a:rPr>
              <a:t>TILE 3</a:t>
            </a:r>
          </a:p>
        </p:txBody>
      </p:sp>
      <p:sp>
        <p:nvSpPr>
          <p:cNvPr id="43" name="">
            <a:extLst xmlns:a="http://schemas.openxmlformats.org/drawingml/2006/main">
              <a:ext uri="{FF2B5EF4-FFF2-40B4-BE49-F238E27FC236}">
                <a16:creationId xmlns:a16="http://schemas.microsoft.com/office/drawing/2014/main" id="{0C301410-3817-4A8D-8D30-B6C7D446000F}"/>
              </a:ext>
            </a:extLst>
          </p:cNvPr>
          <p:cNvSpPr>
            <a:spLocks xmlns:a="http://schemas.openxmlformats.org/drawingml/2006/main" noGrp="1"/>
          </p:cNvSpPr>
          <p:nvPr/>
        </p:nvSpPr>
        <p:spPr>
          <a:xfrm xmlns:a="http://schemas.openxmlformats.org/drawingml/2006/main">
            <a:off x="9982200" y="2371725"/>
            <a:ext cx="190500" cy="152400"/>
          </a:xfrm>
          <a:prstGeom xmlns:a="http://schemas.openxmlformats.org/drawingml/2006/main" prst="rect">
            <a:avLst/>
          </a:prstGeom>
          <a:solidFill xmlns:a="http://schemas.openxmlformats.org/drawingml/2006/main">
            <a:srgbClr val="F28C28"/>
          </a:solidFill>
          <a:ln xmlns:a="http://schemas.openxmlformats.org/drawingml/2006/main" w="9525">
            <a:solidFill>
              <a:srgbClr val="FFFFFF"/>
            </a:solidFill>
          </a:ln>
        </p:spPr>
      </p:sp>
      <p:sp>
        <p:nvSpPr>
          <p:cNvPr id="44" name="">
            <a:extLst xmlns:a="http://schemas.openxmlformats.org/drawingml/2006/main">
              <a:ext uri="{FF2B5EF4-FFF2-40B4-BE49-F238E27FC236}">
                <a16:creationId xmlns:a16="http://schemas.microsoft.com/office/drawing/2014/main" id="{FFB116E1-0E49-481D-B9CF-15C9AB1B265B}"/>
              </a:ext>
            </a:extLst>
          </p:cNvPr>
          <p:cNvSpPr>
            <a:spLocks xmlns:a="http://schemas.openxmlformats.org/drawingml/2006/main" noGrp="1"/>
          </p:cNvSpPr>
          <p:nvPr/>
        </p:nvSpPr>
        <p:spPr>
          <a:xfrm xmlns:a="http://schemas.openxmlformats.org/drawingml/2006/main">
            <a:off x="10239375" y="2371725"/>
            <a:ext cx="190500" cy="152400"/>
          </a:xfrm>
          <a:prstGeom xmlns:a="http://schemas.openxmlformats.org/drawingml/2006/main" prst="rect">
            <a:avLst/>
          </a:prstGeom>
          <a:solidFill xmlns:a="http://schemas.openxmlformats.org/drawingml/2006/main">
            <a:srgbClr val="F28C28"/>
          </a:solidFill>
          <a:ln xmlns:a="http://schemas.openxmlformats.org/drawingml/2006/main" w="9525">
            <a:solidFill>
              <a:srgbClr val="FFFFFF"/>
            </a:solidFill>
          </a:ln>
        </p:spPr>
      </p:sp>
      <p:sp>
        <p:nvSpPr>
          <p:cNvPr id="45" name="">
            <a:extLst xmlns:a="http://schemas.openxmlformats.org/drawingml/2006/main">
              <a:ext uri="{FF2B5EF4-FFF2-40B4-BE49-F238E27FC236}">
                <a16:creationId xmlns:a16="http://schemas.microsoft.com/office/drawing/2014/main" id="{923DB44C-2523-4B2C-B1CF-C3F43D15613C}"/>
              </a:ext>
            </a:extLst>
          </p:cNvPr>
          <p:cNvSpPr>
            <a:spLocks xmlns:a="http://schemas.openxmlformats.org/drawingml/2006/main" noGrp="1"/>
          </p:cNvSpPr>
          <p:nvPr/>
        </p:nvSpPr>
        <p:spPr>
          <a:xfrm xmlns:a="http://schemas.openxmlformats.org/drawingml/2006/main">
            <a:off x="10496550" y="2371725"/>
            <a:ext cx="190500" cy="152400"/>
          </a:xfrm>
          <a:prstGeom xmlns:a="http://schemas.openxmlformats.org/drawingml/2006/main" prst="rect">
            <a:avLst/>
          </a:prstGeom>
          <a:solidFill xmlns:a="http://schemas.openxmlformats.org/drawingml/2006/main">
            <a:srgbClr val="F28C28"/>
          </a:solidFill>
          <a:ln xmlns:a="http://schemas.openxmlformats.org/drawingml/2006/main" w="9525">
            <a:solidFill>
              <a:srgbClr val="FFFFFF"/>
            </a:solidFill>
          </a:ln>
        </p:spPr>
      </p:sp>
      <p:sp>
        <p:nvSpPr>
          <p:cNvPr id="46" name="">
            <a:extLst xmlns:a="http://schemas.openxmlformats.org/drawingml/2006/main">
              <a:ext uri="{FF2B5EF4-FFF2-40B4-BE49-F238E27FC236}">
                <a16:creationId xmlns:a16="http://schemas.microsoft.com/office/drawing/2014/main" id="{4AE7C0B5-FE1F-4942-9C2C-7795B538EED7}"/>
              </a:ext>
            </a:extLst>
          </p:cNvPr>
          <p:cNvSpPr>
            <a:spLocks xmlns:a="http://schemas.openxmlformats.org/drawingml/2006/main" noGrp="1"/>
          </p:cNvSpPr>
          <p:nvPr/>
        </p:nvSpPr>
        <p:spPr>
          <a:xfrm xmlns:a="http://schemas.openxmlformats.org/drawingml/2006/main">
            <a:off x="9982200" y="2571750"/>
            <a:ext cx="190500" cy="152400"/>
          </a:xfrm>
          <a:prstGeom xmlns:a="http://schemas.openxmlformats.org/drawingml/2006/main" prst="rect">
            <a:avLst/>
          </a:prstGeom>
          <a:solidFill xmlns:a="http://schemas.openxmlformats.org/drawingml/2006/main">
            <a:srgbClr val="F28C28"/>
          </a:solidFill>
          <a:ln xmlns:a="http://schemas.openxmlformats.org/drawingml/2006/main" w="9525">
            <a:solidFill>
              <a:srgbClr val="FFFFFF"/>
            </a:solidFill>
          </a:ln>
        </p:spPr>
      </p:sp>
      <p:sp>
        <p:nvSpPr>
          <p:cNvPr id="47" name="">
            <a:extLst xmlns:a="http://schemas.openxmlformats.org/drawingml/2006/main">
              <a:ext uri="{FF2B5EF4-FFF2-40B4-BE49-F238E27FC236}">
                <a16:creationId xmlns:a16="http://schemas.microsoft.com/office/drawing/2014/main" id="{E2600857-9B50-43A3-850C-F903A022A12D}"/>
              </a:ext>
            </a:extLst>
          </p:cNvPr>
          <p:cNvSpPr>
            <a:spLocks xmlns:a="http://schemas.openxmlformats.org/drawingml/2006/main" noGrp="1"/>
          </p:cNvSpPr>
          <p:nvPr/>
        </p:nvSpPr>
        <p:spPr>
          <a:xfrm xmlns:a="http://schemas.openxmlformats.org/drawingml/2006/main">
            <a:off x="10239375" y="2571750"/>
            <a:ext cx="190500" cy="152400"/>
          </a:xfrm>
          <a:prstGeom xmlns:a="http://schemas.openxmlformats.org/drawingml/2006/main" prst="rect">
            <a:avLst/>
          </a:prstGeom>
          <a:solidFill xmlns:a="http://schemas.openxmlformats.org/drawingml/2006/main">
            <a:srgbClr val="F28C28"/>
          </a:solidFill>
          <a:ln xmlns:a="http://schemas.openxmlformats.org/drawingml/2006/main" w="9525">
            <a:solidFill>
              <a:srgbClr val="FFFFFF"/>
            </a:solidFill>
          </a:ln>
        </p:spPr>
      </p:sp>
      <p:sp>
        <p:nvSpPr>
          <p:cNvPr id="48" name="">
            <a:extLst xmlns:a="http://schemas.openxmlformats.org/drawingml/2006/main">
              <a:ext uri="{FF2B5EF4-FFF2-40B4-BE49-F238E27FC236}">
                <a16:creationId xmlns:a16="http://schemas.microsoft.com/office/drawing/2014/main" id="{78A0FEAD-1A40-4194-B994-AB76B93229CF}"/>
              </a:ext>
            </a:extLst>
          </p:cNvPr>
          <p:cNvSpPr>
            <a:spLocks xmlns:a="http://schemas.openxmlformats.org/drawingml/2006/main" noGrp="1"/>
          </p:cNvSpPr>
          <p:nvPr/>
        </p:nvSpPr>
        <p:spPr>
          <a:xfrm xmlns:a="http://schemas.openxmlformats.org/drawingml/2006/main">
            <a:off x="10496550" y="2571750"/>
            <a:ext cx="190500" cy="152400"/>
          </a:xfrm>
          <a:prstGeom xmlns:a="http://schemas.openxmlformats.org/drawingml/2006/main" prst="rect">
            <a:avLst/>
          </a:prstGeom>
          <a:solidFill xmlns:a="http://schemas.openxmlformats.org/drawingml/2006/main">
            <a:srgbClr val="F28C28"/>
          </a:solidFill>
          <a:ln xmlns:a="http://schemas.openxmlformats.org/drawingml/2006/main" w="9525">
            <a:solidFill>
              <a:srgbClr val="FFFFFF"/>
            </a:solidFill>
          </a:ln>
        </p:spPr>
      </p:sp>
      <p:sp>
        <p:nvSpPr>
          <p:cNvPr id="49" name="">
            <a:extLst xmlns:a="http://schemas.openxmlformats.org/drawingml/2006/main">
              <a:ext uri="{FF2B5EF4-FFF2-40B4-BE49-F238E27FC236}">
                <a16:creationId xmlns:a16="http://schemas.microsoft.com/office/drawing/2014/main" id="{5F0A46D5-00C1-426F-8572-DB4821E44C1A}"/>
              </a:ext>
            </a:extLst>
          </p:cNvPr>
          <p:cNvSpPr>
            <a:spLocks xmlns:a="http://schemas.openxmlformats.org/drawingml/2006/main" noGrp="1"/>
          </p:cNvSpPr>
          <p:nvPr/>
        </p:nvSpPr>
        <p:spPr>
          <a:xfrm xmlns:a="http://schemas.openxmlformats.org/drawingml/2006/main">
            <a:off x="7067550" y="3162300"/>
            <a:ext cx="3771900" cy="28575"/>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1080FA00-C5B2-4116-984E-80DD0499B12A}"/>
              </a:ext>
            </a:extLst>
          </p:cNvPr>
          <p:cNvSpPr>
            <a:spLocks xmlns:a="http://schemas.openxmlformats.org/drawingml/2006/main" noGrp="1"/>
          </p:cNvSpPr>
          <p:nvPr/>
        </p:nvSpPr>
        <p:spPr>
          <a:xfrm xmlns:a="http://schemas.openxmlformats.org/drawingml/2006/main">
            <a:off x="6896100" y="3457575"/>
            <a:ext cx="266700" cy="266700"/>
          </a:xfrm>
          <a:prstGeom xmlns:a="http://schemas.openxmlformats.org/drawingml/2006/main" prst="ellipse">
            <a:avLst/>
          </a:prstGeom>
          <a:solidFill xmlns:a="http://schemas.openxmlformats.org/drawingml/2006/main">
            <a:srgbClr val="2D6CDF"/>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44699CFE-4619-42BC-8364-AEE8DFF0EDA5}"/>
              </a:ext>
            </a:extLst>
          </p:cNvPr>
          <p:cNvSpPr>
            <a:spLocks xmlns:a="http://schemas.openxmlformats.org/drawingml/2006/main" noGrp="1"/>
          </p:cNvSpPr>
          <p:nvPr/>
        </p:nvSpPr>
        <p:spPr>
          <a:xfrm xmlns:a="http://schemas.openxmlformats.org/drawingml/2006/main">
            <a:off x="7334250" y="3409950"/>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Tính điểm trong tile</a:t>
            </a:r>
          </a:p>
        </p:txBody>
      </p:sp>
      <p:sp>
        <p:nvSpPr>
          <p:cNvPr id="52" name="">
            <a:extLst xmlns:a="http://schemas.openxmlformats.org/drawingml/2006/main">
              <a:ext uri="{FF2B5EF4-FFF2-40B4-BE49-F238E27FC236}">
                <a16:creationId xmlns:a16="http://schemas.microsoft.com/office/drawing/2014/main" id="{BB3366A0-B2EE-4D97-93D6-7A4638EF0F64}"/>
              </a:ext>
            </a:extLst>
          </p:cNvPr>
          <p:cNvSpPr>
            <a:spLocks xmlns:a="http://schemas.openxmlformats.org/drawingml/2006/main" noGrp="1"/>
          </p:cNvSpPr>
          <p:nvPr/>
        </p:nvSpPr>
        <p:spPr>
          <a:xfrm xmlns:a="http://schemas.openxmlformats.org/drawingml/2006/main">
            <a:off x="6896100" y="4038600"/>
            <a:ext cx="266700" cy="2667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7A51DC77-CDBC-467F-809C-CF7EC75799C5}"/>
              </a:ext>
            </a:extLst>
          </p:cNvPr>
          <p:cNvSpPr>
            <a:spLocks xmlns:a="http://schemas.openxmlformats.org/drawingml/2006/main" noGrp="1"/>
          </p:cNvSpPr>
          <p:nvPr/>
        </p:nvSpPr>
        <p:spPr>
          <a:xfrm xmlns:a="http://schemas.openxmlformats.org/drawingml/2006/main">
            <a:off x="7334250" y="3990975"/>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Cập nhật softmax online</a:t>
            </a:r>
          </a:p>
        </p:txBody>
      </p:sp>
      <p:sp>
        <p:nvSpPr>
          <p:cNvPr id="54" name="">
            <a:extLst xmlns:a="http://schemas.openxmlformats.org/drawingml/2006/main">
              <a:ext uri="{FF2B5EF4-FFF2-40B4-BE49-F238E27FC236}">
                <a16:creationId xmlns:a16="http://schemas.microsoft.com/office/drawing/2014/main" id="{059F25B7-CBD1-4B1D-AA7E-1D5D525E3925}"/>
              </a:ext>
            </a:extLst>
          </p:cNvPr>
          <p:cNvSpPr>
            <a:spLocks xmlns:a="http://schemas.openxmlformats.org/drawingml/2006/main" noGrp="1"/>
          </p:cNvSpPr>
          <p:nvPr/>
        </p:nvSpPr>
        <p:spPr>
          <a:xfrm xmlns:a="http://schemas.openxmlformats.org/drawingml/2006/main">
            <a:off x="6896100" y="4619625"/>
            <a:ext cx="266700" cy="266700"/>
          </a:xfrm>
          <a:prstGeom xmlns:a="http://schemas.openxmlformats.org/drawingml/2006/main" prst="ellipse">
            <a:avLst/>
          </a:prstGeom>
          <a:solidFill xmlns:a="http://schemas.openxmlformats.org/drawingml/2006/main">
            <a:srgbClr val="0B9E9A"/>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59D57751-62BF-4338-A12A-D9D420D8B283}"/>
              </a:ext>
            </a:extLst>
          </p:cNvPr>
          <p:cNvSpPr>
            <a:spLocks xmlns:a="http://schemas.openxmlformats.org/drawingml/2006/main" noGrp="1"/>
          </p:cNvSpPr>
          <p:nvPr/>
        </p:nvSpPr>
        <p:spPr>
          <a:xfrm xmlns:a="http://schemas.openxmlformats.org/drawingml/2006/main">
            <a:off x="7334250" y="4572000"/>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Cộng dồn output</a:t>
            </a:r>
          </a:p>
        </p:txBody>
      </p:sp>
      <p:sp>
        <p:nvSpPr>
          <p:cNvPr id="56" name="">
            <a:extLst xmlns:a="http://schemas.openxmlformats.org/drawingml/2006/main">
              <a:ext uri="{FF2B5EF4-FFF2-40B4-BE49-F238E27FC236}">
                <a16:creationId xmlns:a16="http://schemas.microsoft.com/office/drawing/2014/main" id="{B512B9C1-E9C3-496F-A8FE-D673DCAD4074}"/>
              </a:ext>
            </a:extLst>
          </p:cNvPr>
          <p:cNvSpPr>
            <a:spLocks xmlns:a="http://schemas.openxmlformats.org/drawingml/2006/main" noGrp="1"/>
          </p:cNvSpPr>
          <p:nvPr/>
        </p:nvSpPr>
        <p:spPr>
          <a:xfrm xmlns:a="http://schemas.openxmlformats.org/drawingml/2006/main">
            <a:off x="6610350" y="5314950"/>
            <a:ext cx="4495800" cy="638175"/>
          </a:xfrm>
          <a:prstGeom xmlns:a="http://schemas.openxmlformats.org/drawingml/2006/main" prst="roundRect">
            <a:avLst>
              <a:gd name="adj" fmla="val 11940"/>
            </a:avLst>
          </a:prstGeom>
          <a:solidFill xmlns:a="http://schemas.openxmlformats.org/drawingml/2006/main">
            <a:srgbClr val="DDF5F2"/>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A4595A63-570C-4267-B5C2-08EF6122D8DF}"/>
              </a:ext>
            </a:extLst>
          </p:cNvPr>
          <p:cNvSpPr>
            <a:spLocks xmlns:a="http://schemas.openxmlformats.org/drawingml/2006/main" noGrp="1"/>
          </p:cNvSpPr>
          <p:nvPr/>
        </p:nvSpPr>
        <p:spPr>
          <a:xfrm xmlns:a="http://schemas.openxmlformats.org/drawingml/2006/main">
            <a:off x="6858000" y="54483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0B9E9A"/>
                </a:solidFill>
                <a:latin typeface="Arial"/>
                <a:ea typeface="Arial"/>
                <a:cs typeface="Arial"/>
              </a:defRPr>
            </a:pPr>
            <a:r>
              <a:rPr sz="1575" b="1">
                <a:solidFill>
                  <a:srgbClr val="0B9E9A"/>
                </a:solidFill>
                <a:latin typeface="Arial"/>
                <a:ea typeface="Arial"/>
                <a:cs typeface="Arial"/>
              </a:rPr>
              <a:t>Không lưu toàn bộ S và A</a:t>
            </a:r>
          </a:p>
        </p:txBody>
      </p:sp>
    </p:spTree>
    <p:extLst>
      <p:ext uri="{BB962C8B-B14F-4D97-AF65-F5344CB8AC3E}">
        <p14:creationId xmlns:p14="http://schemas.microsoft.com/office/powerpoint/2010/main" val="1449252152"/>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0C069B21-60EC-49E9-8877-78EBC73D91A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9E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10B411-A6EB-4833-B24F-2B9E915C97AB}"/>
              </a:ext>
            </a:extLst>
          </p:cNvPr>
          <p:cNvSpPr>
            <a:spLocks xmlns:a="http://schemas.openxmlformats.org/drawingml/2006/main" noGrp="1"/>
          </p:cNvSpPr>
          <p:nvPr/>
        </p:nvSpPr>
        <p:spPr>
          <a:xfrm xmlns:a="http://schemas.openxmlformats.org/drawingml/2006/main">
            <a:off x="533400" y="2571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B9E9A"/>
                </a:solidFill>
                <a:latin typeface="Arial"/>
                <a:ea typeface="Arial"/>
                <a:cs typeface="Arial"/>
              </a:defRPr>
            </a:pPr>
            <a:r>
              <a:rPr sz="900" b="1">
                <a:solidFill>
                  <a:srgbClr val="0B9E9A"/>
                </a:solidFill>
                <a:latin typeface="Arial"/>
                <a:ea typeface="Arial"/>
                <a:cs typeface="Arial"/>
              </a:rPr>
              <a:t>TRANSFORMER · LONG CONTEXT</a:t>
            </a:r>
          </a:p>
        </p:txBody>
      </p:sp>
      <p:sp>
        <p:nvSpPr>
          <p:cNvPr id="3" name="">
            <a:extLst xmlns:a="http://schemas.openxmlformats.org/drawingml/2006/main">
              <a:ext uri="{FF2B5EF4-FFF2-40B4-BE49-F238E27FC236}">
                <a16:creationId xmlns:a16="http://schemas.microsoft.com/office/drawing/2014/main" id="{E5EE6680-5BAB-44A5-B6AD-03E0AFD005ED}"/>
              </a:ext>
            </a:extLst>
          </p:cNvPr>
          <p:cNvSpPr>
            <a:spLocks xmlns:a="http://schemas.openxmlformats.org/drawingml/2006/main" noGrp="1"/>
          </p:cNvSpPr>
          <p:nvPr/>
        </p:nvSpPr>
        <p:spPr>
          <a:xfrm xmlns:a="http://schemas.openxmlformats.org/drawingml/2006/main">
            <a:off x="533400" y="5429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0B1F33"/>
                </a:solidFill>
                <a:latin typeface="Arial"/>
                <a:ea typeface="Arial"/>
                <a:cs typeface="Arial"/>
              </a:defRPr>
            </a:pPr>
            <a:r>
              <a:rPr sz="2325" b="1">
                <a:solidFill>
                  <a:srgbClr val="0B1F33"/>
                </a:solidFill>
                <a:latin typeface="Arial"/>
                <a:ea typeface="Arial"/>
                <a:cs typeface="Arial"/>
              </a:rPr>
              <a:t>Longformer và FlashAttention tối ưu ở hai tầng khác nhau</a:t>
            </a:r>
          </a:p>
        </p:txBody>
      </p:sp>
      <p:sp>
        <p:nvSpPr>
          <p:cNvPr id="4" name="">
            <a:extLst xmlns:a="http://schemas.openxmlformats.org/drawingml/2006/main">
              <a:ext uri="{FF2B5EF4-FFF2-40B4-BE49-F238E27FC236}">
                <a16:creationId xmlns:a16="http://schemas.microsoft.com/office/drawing/2014/main" id="{9368EC5B-1DB4-4B2A-9817-EA83AA7F3ABB}"/>
              </a:ext>
            </a:extLst>
          </p:cNvPr>
          <p:cNvSpPr>
            <a:spLocks xmlns:a="http://schemas.openxmlformats.org/drawingml/2006/main" noGrp="1"/>
          </p:cNvSpPr>
          <p:nvPr/>
        </p:nvSpPr>
        <p:spPr>
          <a:xfrm xmlns:a="http://schemas.openxmlformats.org/drawingml/2006/main">
            <a:off x="533400" y="6467475"/>
            <a:ext cx="11125200" cy="19050"/>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6D496F1-8D57-4EEC-8384-75F3307BAC14}"/>
              </a:ext>
            </a:extLst>
          </p:cNvPr>
          <p:cNvSpPr>
            <a:spLocks xmlns:a="http://schemas.openxmlformats.org/drawingml/2006/main" noGrp="1"/>
          </p:cNvSpPr>
          <p:nvPr/>
        </p:nvSpPr>
        <p:spPr>
          <a:xfrm xmlns:a="http://schemas.openxmlformats.org/drawingml/2006/main">
            <a:off x="10810875" y="6515100"/>
            <a:ext cx="8477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F7184"/>
                </a:solidFill>
                <a:latin typeface="Arial"/>
                <a:ea typeface="Arial"/>
                <a:cs typeface="Arial"/>
              </a:defRPr>
            </a:pPr>
            <a:r>
              <a:rPr sz="750" b="0">
                <a:solidFill>
                  <a:srgbClr val="5F7184"/>
                </a:solidFill>
                <a:latin typeface="Arial"/>
                <a:ea typeface="Arial"/>
                <a:cs typeface="Arial"/>
              </a:rPr>
              <a:t>08 / 09</a:t>
            </a:r>
          </a:p>
        </p:txBody>
      </p:sp>
      <p:sp>
        <p:nvSpPr>
          <p:cNvPr id="6" name="">
            <a:extLst xmlns:a="http://schemas.openxmlformats.org/drawingml/2006/main">
              <a:ext uri="{FF2B5EF4-FFF2-40B4-BE49-F238E27FC236}">
                <a16:creationId xmlns:a16="http://schemas.microsoft.com/office/drawing/2014/main" id="{C947F2AD-1314-40A5-9558-713F1C2E4226}"/>
              </a:ext>
            </a:extLst>
          </p:cNvPr>
          <p:cNvSpPr>
            <a:spLocks xmlns:a="http://schemas.openxmlformats.org/drawingml/2006/main" noGrp="1"/>
          </p:cNvSpPr>
          <p:nvPr/>
        </p:nvSpPr>
        <p:spPr>
          <a:xfrm xmlns:a="http://schemas.openxmlformats.org/drawingml/2006/main">
            <a:off x="533400" y="1381125"/>
            <a:ext cx="2609850" cy="523875"/>
          </a:xfrm>
          <a:prstGeom xmlns:a="http://schemas.openxmlformats.org/drawingml/2006/main" prst="rect">
            <a:avLst/>
          </a:prstGeom>
          <a:solidFill xmlns:a="http://schemas.openxmlformats.org/drawingml/2006/main">
            <a:srgbClr val="17324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E69A412-5127-4C71-9BC8-0934F658B996}"/>
              </a:ext>
            </a:extLst>
          </p:cNvPr>
          <p:cNvSpPr>
            <a:spLocks xmlns:a="http://schemas.openxmlformats.org/drawingml/2006/main" noGrp="1"/>
          </p:cNvSpPr>
          <p:nvPr/>
        </p:nvSpPr>
        <p:spPr>
          <a:xfrm xmlns:a="http://schemas.openxmlformats.org/drawingml/2006/main">
            <a:off x="609600" y="1381125"/>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TIÊU CHÍ</a:t>
            </a:r>
          </a:p>
        </p:txBody>
      </p:sp>
      <p:sp>
        <p:nvSpPr>
          <p:cNvPr id="8" name="">
            <a:extLst xmlns:a="http://schemas.openxmlformats.org/drawingml/2006/main">
              <a:ext uri="{FF2B5EF4-FFF2-40B4-BE49-F238E27FC236}">
                <a16:creationId xmlns:a16="http://schemas.microsoft.com/office/drawing/2014/main" id="{8B6DB68F-A397-4308-AA85-4220032AFF38}"/>
              </a:ext>
            </a:extLst>
          </p:cNvPr>
          <p:cNvSpPr>
            <a:spLocks xmlns:a="http://schemas.openxmlformats.org/drawingml/2006/main" noGrp="1"/>
          </p:cNvSpPr>
          <p:nvPr/>
        </p:nvSpPr>
        <p:spPr>
          <a:xfrm xmlns:a="http://schemas.openxmlformats.org/drawingml/2006/main">
            <a:off x="3143250" y="1381125"/>
            <a:ext cx="3114675" cy="523875"/>
          </a:xfrm>
          <a:prstGeom xmlns:a="http://schemas.openxmlformats.org/drawingml/2006/main" prst="rect">
            <a:avLst/>
          </a:prstGeom>
          <a:solidFill xmlns:a="http://schemas.openxmlformats.org/drawingml/2006/main">
            <a:srgbClr val="2D6CD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111EB84-56BD-4B27-BF77-631BF8CD20C8}"/>
              </a:ext>
            </a:extLst>
          </p:cNvPr>
          <p:cNvSpPr>
            <a:spLocks xmlns:a="http://schemas.openxmlformats.org/drawingml/2006/main" noGrp="1"/>
          </p:cNvSpPr>
          <p:nvPr/>
        </p:nvSpPr>
        <p:spPr>
          <a:xfrm xmlns:a="http://schemas.openxmlformats.org/drawingml/2006/main">
            <a:off x="3219450" y="1381125"/>
            <a:ext cx="29622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SELF-ATTENTION</a:t>
            </a:r>
          </a:p>
        </p:txBody>
      </p:sp>
      <p:sp>
        <p:nvSpPr>
          <p:cNvPr id="10" name="">
            <a:extLst xmlns:a="http://schemas.openxmlformats.org/drawingml/2006/main">
              <a:ext uri="{FF2B5EF4-FFF2-40B4-BE49-F238E27FC236}">
                <a16:creationId xmlns:a16="http://schemas.microsoft.com/office/drawing/2014/main" id="{E0DCEE66-552E-40F7-AA4B-FC6A1F855B27}"/>
              </a:ext>
            </a:extLst>
          </p:cNvPr>
          <p:cNvSpPr>
            <a:spLocks xmlns:a="http://schemas.openxmlformats.org/drawingml/2006/main" noGrp="1"/>
          </p:cNvSpPr>
          <p:nvPr/>
        </p:nvSpPr>
        <p:spPr>
          <a:xfrm xmlns:a="http://schemas.openxmlformats.org/drawingml/2006/main">
            <a:off x="6257925" y="1381125"/>
            <a:ext cx="3114675" cy="523875"/>
          </a:xfrm>
          <a:prstGeom xmlns:a="http://schemas.openxmlformats.org/drawingml/2006/main" prst="rect">
            <a:avLst/>
          </a:prstGeom>
          <a:solidFill xmlns:a="http://schemas.openxmlformats.org/drawingml/2006/main">
            <a:srgbClr val="0B9E9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75BD948-6242-4032-BCCE-63E01F418F86}"/>
              </a:ext>
            </a:extLst>
          </p:cNvPr>
          <p:cNvSpPr>
            <a:spLocks xmlns:a="http://schemas.openxmlformats.org/drawingml/2006/main" noGrp="1"/>
          </p:cNvSpPr>
          <p:nvPr/>
        </p:nvSpPr>
        <p:spPr>
          <a:xfrm xmlns:a="http://schemas.openxmlformats.org/drawingml/2006/main">
            <a:off x="6334125" y="1381125"/>
            <a:ext cx="29622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LONGFORMER</a:t>
            </a:r>
          </a:p>
        </p:txBody>
      </p:sp>
      <p:sp>
        <p:nvSpPr>
          <p:cNvPr id="12" name="">
            <a:extLst xmlns:a="http://schemas.openxmlformats.org/drawingml/2006/main">
              <a:ext uri="{FF2B5EF4-FFF2-40B4-BE49-F238E27FC236}">
                <a16:creationId xmlns:a16="http://schemas.microsoft.com/office/drawing/2014/main" id="{EEFDC5EF-1B2F-4249-80B3-69A86FA45C1E}"/>
              </a:ext>
            </a:extLst>
          </p:cNvPr>
          <p:cNvSpPr>
            <a:spLocks xmlns:a="http://schemas.openxmlformats.org/drawingml/2006/main" noGrp="1"/>
          </p:cNvSpPr>
          <p:nvPr/>
        </p:nvSpPr>
        <p:spPr>
          <a:xfrm xmlns:a="http://schemas.openxmlformats.org/drawingml/2006/main">
            <a:off x="9372600" y="1381125"/>
            <a:ext cx="2286000" cy="523875"/>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A2C33BF-0C79-4BE1-A9A3-D57036179536}"/>
              </a:ext>
            </a:extLst>
          </p:cNvPr>
          <p:cNvSpPr>
            <a:spLocks xmlns:a="http://schemas.openxmlformats.org/drawingml/2006/main" noGrp="1"/>
          </p:cNvSpPr>
          <p:nvPr/>
        </p:nvSpPr>
        <p:spPr>
          <a:xfrm xmlns:a="http://schemas.openxmlformats.org/drawingml/2006/main">
            <a:off x="9448800" y="1381125"/>
            <a:ext cx="213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FLASHATTENTION</a:t>
            </a:r>
          </a:p>
        </p:txBody>
      </p:sp>
      <p:sp>
        <p:nvSpPr>
          <p:cNvPr id="14" name="">
            <a:extLst xmlns:a="http://schemas.openxmlformats.org/drawingml/2006/main">
              <a:ext uri="{FF2B5EF4-FFF2-40B4-BE49-F238E27FC236}">
                <a16:creationId xmlns:a16="http://schemas.microsoft.com/office/drawing/2014/main" id="{751E5B41-5352-454C-88C0-69C589970B8B}"/>
              </a:ext>
            </a:extLst>
          </p:cNvPr>
          <p:cNvSpPr>
            <a:spLocks xmlns:a="http://schemas.openxmlformats.org/drawingml/2006/main" noGrp="1"/>
          </p:cNvSpPr>
          <p:nvPr/>
        </p:nvSpPr>
        <p:spPr>
          <a:xfrm xmlns:a="http://schemas.openxmlformats.org/drawingml/2006/main">
            <a:off x="533400" y="1905000"/>
            <a:ext cx="26098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5" name="">
            <a:extLst xmlns:a="http://schemas.openxmlformats.org/drawingml/2006/main">
              <a:ext uri="{FF2B5EF4-FFF2-40B4-BE49-F238E27FC236}">
                <a16:creationId xmlns:a16="http://schemas.microsoft.com/office/drawing/2014/main" id="{C11BE449-E7BC-40D8-AEBB-3FC3DB586790}"/>
              </a:ext>
            </a:extLst>
          </p:cNvPr>
          <p:cNvSpPr>
            <a:spLocks xmlns:a="http://schemas.openxmlformats.org/drawingml/2006/main" noGrp="1"/>
          </p:cNvSpPr>
          <p:nvPr/>
        </p:nvSpPr>
        <p:spPr>
          <a:xfrm xmlns:a="http://schemas.openxmlformats.org/drawingml/2006/main">
            <a:off x="647700" y="197167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0B1F33"/>
                </a:solidFill>
                <a:latin typeface="Arial"/>
                <a:ea typeface="Arial"/>
                <a:cs typeface="Arial"/>
              </a:defRPr>
            </a:pPr>
            <a:r>
              <a:rPr sz="1275" b="1">
                <a:solidFill>
                  <a:srgbClr val="0B1F33"/>
                </a:solidFill>
                <a:latin typeface="Arial"/>
                <a:ea typeface="Arial"/>
                <a:cs typeface="Arial"/>
              </a:rPr>
              <a:t>Kết nối</a:t>
            </a:r>
          </a:p>
        </p:txBody>
      </p:sp>
      <p:sp>
        <p:nvSpPr>
          <p:cNvPr id="16" name="">
            <a:extLst xmlns:a="http://schemas.openxmlformats.org/drawingml/2006/main">
              <a:ext uri="{FF2B5EF4-FFF2-40B4-BE49-F238E27FC236}">
                <a16:creationId xmlns:a16="http://schemas.microsoft.com/office/drawing/2014/main" id="{71A7F62D-32C2-490D-BDFA-3597714036F0}"/>
              </a:ext>
            </a:extLst>
          </p:cNvPr>
          <p:cNvSpPr>
            <a:spLocks xmlns:a="http://schemas.openxmlformats.org/drawingml/2006/main" noGrp="1"/>
          </p:cNvSpPr>
          <p:nvPr/>
        </p:nvSpPr>
        <p:spPr>
          <a:xfrm xmlns:a="http://schemas.openxmlformats.org/drawingml/2006/main">
            <a:off x="3143250" y="1905000"/>
            <a:ext cx="31146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7" name="">
            <a:extLst xmlns:a="http://schemas.openxmlformats.org/drawingml/2006/main">
              <a:ext uri="{FF2B5EF4-FFF2-40B4-BE49-F238E27FC236}">
                <a16:creationId xmlns:a16="http://schemas.microsoft.com/office/drawing/2014/main" id="{D519FE6D-ED36-4D0F-8B93-C1DA591D64B3}"/>
              </a:ext>
            </a:extLst>
          </p:cNvPr>
          <p:cNvSpPr>
            <a:spLocks xmlns:a="http://schemas.openxmlformats.org/drawingml/2006/main" noGrp="1"/>
          </p:cNvSpPr>
          <p:nvPr/>
        </p:nvSpPr>
        <p:spPr>
          <a:xfrm xmlns:a="http://schemas.openxmlformats.org/drawingml/2006/main">
            <a:off x="3257550" y="1971675"/>
            <a:ext cx="2886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Mọi cặp token</a:t>
            </a:r>
          </a:p>
        </p:txBody>
      </p:sp>
      <p:sp>
        <p:nvSpPr>
          <p:cNvPr id="18" name="">
            <a:extLst xmlns:a="http://schemas.openxmlformats.org/drawingml/2006/main">
              <a:ext uri="{FF2B5EF4-FFF2-40B4-BE49-F238E27FC236}">
                <a16:creationId xmlns:a16="http://schemas.microsoft.com/office/drawing/2014/main" id="{751A9388-3DE1-456C-9858-4AFE66EFCA57}"/>
              </a:ext>
            </a:extLst>
          </p:cNvPr>
          <p:cNvSpPr>
            <a:spLocks xmlns:a="http://schemas.openxmlformats.org/drawingml/2006/main" noGrp="1"/>
          </p:cNvSpPr>
          <p:nvPr/>
        </p:nvSpPr>
        <p:spPr>
          <a:xfrm xmlns:a="http://schemas.openxmlformats.org/drawingml/2006/main">
            <a:off x="6257925" y="1905000"/>
            <a:ext cx="31146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19" name="">
            <a:extLst xmlns:a="http://schemas.openxmlformats.org/drawingml/2006/main">
              <a:ext uri="{FF2B5EF4-FFF2-40B4-BE49-F238E27FC236}">
                <a16:creationId xmlns:a16="http://schemas.microsoft.com/office/drawing/2014/main" id="{AA8434B6-9FEA-4323-93DB-3EC655856CD8}"/>
              </a:ext>
            </a:extLst>
          </p:cNvPr>
          <p:cNvSpPr>
            <a:spLocks xmlns:a="http://schemas.openxmlformats.org/drawingml/2006/main" noGrp="1"/>
          </p:cNvSpPr>
          <p:nvPr/>
        </p:nvSpPr>
        <p:spPr>
          <a:xfrm xmlns:a="http://schemas.openxmlformats.org/drawingml/2006/main">
            <a:off x="6372225" y="1971675"/>
            <a:ext cx="2886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Local + global</a:t>
            </a:r>
          </a:p>
        </p:txBody>
      </p:sp>
      <p:sp>
        <p:nvSpPr>
          <p:cNvPr id="20" name="">
            <a:extLst xmlns:a="http://schemas.openxmlformats.org/drawingml/2006/main">
              <a:ext uri="{FF2B5EF4-FFF2-40B4-BE49-F238E27FC236}">
                <a16:creationId xmlns:a16="http://schemas.microsoft.com/office/drawing/2014/main" id="{A0DAEBCF-6FE1-4438-9E8D-149AE3D3682C}"/>
              </a:ext>
            </a:extLst>
          </p:cNvPr>
          <p:cNvSpPr>
            <a:spLocks xmlns:a="http://schemas.openxmlformats.org/drawingml/2006/main" noGrp="1"/>
          </p:cNvSpPr>
          <p:nvPr/>
        </p:nvSpPr>
        <p:spPr>
          <a:xfrm xmlns:a="http://schemas.openxmlformats.org/drawingml/2006/main">
            <a:off x="9372600" y="1905000"/>
            <a:ext cx="22860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21" name="">
            <a:extLst xmlns:a="http://schemas.openxmlformats.org/drawingml/2006/main">
              <a:ext uri="{FF2B5EF4-FFF2-40B4-BE49-F238E27FC236}">
                <a16:creationId xmlns:a16="http://schemas.microsoft.com/office/drawing/2014/main" id="{403C499C-B0AF-4DB1-AD9B-91C1A178E9F5}"/>
              </a:ext>
            </a:extLst>
          </p:cNvPr>
          <p:cNvSpPr>
            <a:spLocks xmlns:a="http://schemas.openxmlformats.org/drawingml/2006/main" noGrp="1"/>
          </p:cNvSpPr>
          <p:nvPr/>
        </p:nvSpPr>
        <p:spPr>
          <a:xfrm xmlns:a="http://schemas.openxmlformats.org/drawingml/2006/main">
            <a:off x="9486900" y="1971675"/>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Mọi cặp token</a:t>
            </a:r>
          </a:p>
        </p:txBody>
      </p:sp>
      <p:sp>
        <p:nvSpPr>
          <p:cNvPr id="22" name="">
            <a:extLst xmlns:a="http://schemas.openxmlformats.org/drawingml/2006/main">
              <a:ext uri="{FF2B5EF4-FFF2-40B4-BE49-F238E27FC236}">
                <a16:creationId xmlns:a16="http://schemas.microsoft.com/office/drawing/2014/main" id="{E1977C62-2961-4E0F-A8B9-9C44781E2E90}"/>
              </a:ext>
            </a:extLst>
          </p:cNvPr>
          <p:cNvSpPr>
            <a:spLocks xmlns:a="http://schemas.openxmlformats.org/drawingml/2006/main" noGrp="1"/>
          </p:cNvSpPr>
          <p:nvPr/>
        </p:nvSpPr>
        <p:spPr>
          <a:xfrm xmlns:a="http://schemas.openxmlformats.org/drawingml/2006/main">
            <a:off x="533400" y="2647950"/>
            <a:ext cx="2609850" cy="742950"/>
          </a:xfrm>
          <a:prstGeom xmlns:a="http://schemas.openxmlformats.org/drawingml/2006/main" prst="rect">
            <a:avLst/>
          </a:prstGeom>
          <a:solidFill xmlns:a="http://schemas.openxmlformats.org/drawingml/2006/main">
            <a:srgbClr val="EEF3F7"/>
          </a:solidFill>
          <a:ln xmlns:a="http://schemas.openxmlformats.org/drawingml/2006/main" w="9525">
            <a:solidFill>
              <a:srgbClr val="D7E1EA"/>
            </a:solidFill>
          </a:ln>
        </p:spPr>
      </p:sp>
      <p:sp>
        <p:nvSpPr>
          <p:cNvPr id="23" name="">
            <a:extLst xmlns:a="http://schemas.openxmlformats.org/drawingml/2006/main">
              <a:ext uri="{FF2B5EF4-FFF2-40B4-BE49-F238E27FC236}">
                <a16:creationId xmlns:a16="http://schemas.microsoft.com/office/drawing/2014/main" id="{250084A5-04AA-41DD-8CA7-29444EFC2493}"/>
              </a:ext>
            </a:extLst>
          </p:cNvPr>
          <p:cNvSpPr>
            <a:spLocks xmlns:a="http://schemas.openxmlformats.org/drawingml/2006/main" noGrp="1"/>
          </p:cNvSpPr>
          <p:nvPr/>
        </p:nvSpPr>
        <p:spPr>
          <a:xfrm xmlns:a="http://schemas.openxmlformats.org/drawingml/2006/main">
            <a:off x="647700" y="271462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0B1F33"/>
                </a:solidFill>
                <a:latin typeface="Arial"/>
                <a:ea typeface="Arial"/>
                <a:cs typeface="Arial"/>
              </a:defRPr>
            </a:pPr>
            <a:r>
              <a:rPr sz="1275" b="1">
                <a:solidFill>
                  <a:srgbClr val="0B1F33"/>
                </a:solidFill>
                <a:latin typeface="Arial"/>
                <a:ea typeface="Arial"/>
                <a:cs typeface="Arial"/>
              </a:rPr>
              <a:t>Số điểm</a:t>
            </a:r>
          </a:p>
        </p:txBody>
      </p:sp>
      <p:sp>
        <p:nvSpPr>
          <p:cNvPr id="24" name="">
            <a:extLst xmlns:a="http://schemas.openxmlformats.org/drawingml/2006/main">
              <a:ext uri="{FF2B5EF4-FFF2-40B4-BE49-F238E27FC236}">
                <a16:creationId xmlns:a16="http://schemas.microsoft.com/office/drawing/2014/main" id="{9F6E8C27-8D14-4494-8FDE-ECBCCC883C11}"/>
              </a:ext>
            </a:extLst>
          </p:cNvPr>
          <p:cNvSpPr>
            <a:spLocks xmlns:a="http://schemas.openxmlformats.org/drawingml/2006/main" noGrp="1"/>
          </p:cNvSpPr>
          <p:nvPr/>
        </p:nvSpPr>
        <p:spPr>
          <a:xfrm xmlns:a="http://schemas.openxmlformats.org/drawingml/2006/main">
            <a:off x="3143250" y="2647950"/>
            <a:ext cx="3114675" cy="742950"/>
          </a:xfrm>
          <a:prstGeom xmlns:a="http://schemas.openxmlformats.org/drawingml/2006/main" prst="rect">
            <a:avLst/>
          </a:prstGeom>
          <a:solidFill xmlns:a="http://schemas.openxmlformats.org/drawingml/2006/main">
            <a:srgbClr val="EEF3F7"/>
          </a:solidFill>
          <a:ln xmlns:a="http://schemas.openxmlformats.org/drawingml/2006/main" w="9525">
            <a:solidFill>
              <a:srgbClr val="D7E1EA"/>
            </a:solidFill>
          </a:ln>
        </p:spPr>
      </p:sp>
      <p:sp>
        <p:nvSpPr>
          <p:cNvPr id="25" name="">
            <a:extLst xmlns:a="http://schemas.openxmlformats.org/drawingml/2006/main">
              <a:ext uri="{FF2B5EF4-FFF2-40B4-BE49-F238E27FC236}">
                <a16:creationId xmlns:a16="http://schemas.microsoft.com/office/drawing/2014/main" id="{1E4DEC37-8C9C-416C-B7D3-4FCC83DEE451}"/>
              </a:ext>
            </a:extLst>
          </p:cNvPr>
          <p:cNvSpPr>
            <a:spLocks xmlns:a="http://schemas.openxmlformats.org/drawingml/2006/main" noGrp="1"/>
          </p:cNvSpPr>
          <p:nvPr/>
        </p:nvSpPr>
        <p:spPr>
          <a:xfrm xmlns:a="http://schemas.openxmlformats.org/drawingml/2006/main">
            <a:off x="3257550" y="2714625"/>
            <a:ext cx="2886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O(n²)</a:t>
            </a:r>
          </a:p>
        </p:txBody>
      </p:sp>
      <p:sp>
        <p:nvSpPr>
          <p:cNvPr id="26" name="">
            <a:extLst xmlns:a="http://schemas.openxmlformats.org/drawingml/2006/main">
              <a:ext uri="{FF2B5EF4-FFF2-40B4-BE49-F238E27FC236}">
                <a16:creationId xmlns:a16="http://schemas.microsoft.com/office/drawing/2014/main" id="{4B59A476-F668-4708-88A2-0268AE09474F}"/>
              </a:ext>
            </a:extLst>
          </p:cNvPr>
          <p:cNvSpPr>
            <a:spLocks xmlns:a="http://schemas.openxmlformats.org/drawingml/2006/main" noGrp="1"/>
          </p:cNvSpPr>
          <p:nvPr/>
        </p:nvSpPr>
        <p:spPr>
          <a:xfrm xmlns:a="http://schemas.openxmlformats.org/drawingml/2006/main">
            <a:off x="6257925" y="2647950"/>
            <a:ext cx="3114675" cy="742950"/>
          </a:xfrm>
          <a:prstGeom xmlns:a="http://schemas.openxmlformats.org/drawingml/2006/main" prst="rect">
            <a:avLst/>
          </a:prstGeom>
          <a:solidFill xmlns:a="http://schemas.openxmlformats.org/drawingml/2006/main">
            <a:srgbClr val="EEF3F7"/>
          </a:solidFill>
          <a:ln xmlns:a="http://schemas.openxmlformats.org/drawingml/2006/main" w="9525">
            <a:solidFill>
              <a:srgbClr val="D7E1EA"/>
            </a:solidFill>
          </a:ln>
        </p:spPr>
      </p:sp>
      <p:sp>
        <p:nvSpPr>
          <p:cNvPr id="27" name="">
            <a:extLst xmlns:a="http://schemas.openxmlformats.org/drawingml/2006/main">
              <a:ext uri="{FF2B5EF4-FFF2-40B4-BE49-F238E27FC236}">
                <a16:creationId xmlns:a16="http://schemas.microsoft.com/office/drawing/2014/main" id="{419AD25E-FD20-4E9F-9DD2-98EA227EC4BA}"/>
              </a:ext>
            </a:extLst>
          </p:cNvPr>
          <p:cNvSpPr>
            <a:spLocks xmlns:a="http://schemas.openxmlformats.org/drawingml/2006/main" noGrp="1"/>
          </p:cNvSpPr>
          <p:nvPr/>
        </p:nvSpPr>
        <p:spPr>
          <a:xfrm xmlns:a="http://schemas.openxmlformats.org/drawingml/2006/main">
            <a:off x="6372225" y="2714625"/>
            <a:ext cx="2886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O(nw + ng)</a:t>
            </a:r>
          </a:p>
        </p:txBody>
      </p:sp>
      <p:sp>
        <p:nvSpPr>
          <p:cNvPr id="28" name="">
            <a:extLst xmlns:a="http://schemas.openxmlformats.org/drawingml/2006/main">
              <a:ext uri="{FF2B5EF4-FFF2-40B4-BE49-F238E27FC236}">
                <a16:creationId xmlns:a16="http://schemas.microsoft.com/office/drawing/2014/main" id="{DE35A526-019C-461E-AF9C-1F6786559C9A}"/>
              </a:ext>
            </a:extLst>
          </p:cNvPr>
          <p:cNvSpPr>
            <a:spLocks xmlns:a="http://schemas.openxmlformats.org/drawingml/2006/main" noGrp="1"/>
          </p:cNvSpPr>
          <p:nvPr/>
        </p:nvSpPr>
        <p:spPr>
          <a:xfrm xmlns:a="http://schemas.openxmlformats.org/drawingml/2006/main">
            <a:off x="9372600" y="2647950"/>
            <a:ext cx="2286000" cy="742950"/>
          </a:xfrm>
          <a:prstGeom xmlns:a="http://schemas.openxmlformats.org/drawingml/2006/main" prst="rect">
            <a:avLst/>
          </a:prstGeom>
          <a:solidFill xmlns:a="http://schemas.openxmlformats.org/drawingml/2006/main">
            <a:srgbClr val="EEF3F7"/>
          </a:solidFill>
          <a:ln xmlns:a="http://schemas.openxmlformats.org/drawingml/2006/main" w="9525">
            <a:solidFill>
              <a:srgbClr val="D7E1EA"/>
            </a:solidFill>
          </a:ln>
        </p:spPr>
      </p:sp>
      <p:sp>
        <p:nvSpPr>
          <p:cNvPr id="29" name="">
            <a:extLst xmlns:a="http://schemas.openxmlformats.org/drawingml/2006/main">
              <a:ext uri="{FF2B5EF4-FFF2-40B4-BE49-F238E27FC236}">
                <a16:creationId xmlns:a16="http://schemas.microsoft.com/office/drawing/2014/main" id="{303244B5-1265-4E6D-9A7E-3091008966AF}"/>
              </a:ext>
            </a:extLst>
          </p:cNvPr>
          <p:cNvSpPr>
            <a:spLocks xmlns:a="http://schemas.openxmlformats.org/drawingml/2006/main" noGrp="1"/>
          </p:cNvSpPr>
          <p:nvPr/>
        </p:nvSpPr>
        <p:spPr>
          <a:xfrm xmlns:a="http://schemas.openxmlformats.org/drawingml/2006/main">
            <a:off x="9486900" y="2714625"/>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O(n²)</a:t>
            </a:r>
          </a:p>
        </p:txBody>
      </p:sp>
      <p:sp>
        <p:nvSpPr>
          <p:cNvPr id="30" name="">
            <a:extLst xmlns:a="http://schemas.openxmlformats.org/drawingml/2006/main">
              <a:ext uri="{FF2B5EF4-FFF2-40B4-BE49-F238E27FC236}">
                <a16:creationId xmlns:a16="http://schemas.microsoft.com/office/drawing/2014/main" id="{5EDD07A6-A6AF-44DA-9961-052DFEEB7E2F}"/>
              </a:ext>
            </a:extLst>
          </p:cNvPr>
          <p:cNvSpPr>
            <a:spLocks xmlns:a="http://schemas.openxmlformats.org/drawingml/2006/main" noGrp="1"/>
          </p:cNvSpPr>
          <p:nvPr/>
        </p:nvSpPr>
        <p:spPr>
          <a:xfrm xmlns:a="http://schemas.openxmlformats.org/drawingml/2006/main">
            <a:off x="533400" y="3390900"/>
            <a:ext cx="26098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31" name="">
            <a:extLst xmlns:a="http://schemas.openxmlformats.org/drawingml/2006/main">
              <a:ext uri="{FF2B5EF4-FFF2-40B4-BE49-F238E27FC236}">
                <a16:creationId xmlns:a16="http://schemas.microsoft.com/office/drawing/2014/main" id="{47050CB7-182F-437F-A8BA-1281CAC10270}"/>
              </a:ext>
            </a:extLst>
          </p:cNvPr>
          <p:cNvSpPr>
            <a:spLocks xmlns:a="http://schemas.openxmlformats.org/drawingml/2006/main" noGrp="1"/>
          </p:cNvSpPr>
          <p:nvPr/>
        </p:nvSpPr>
        <p:spPr>
          <a:xfrm xmlns:a="http://schemas.openxmlformats.org/drawingml/2006/main">
            <a:off x="647700" y="345757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0B1F33"/>
                </a:solidFill>
                <a:latin typeface="Arial"/>
                <a:ea typeface="Arial"/>
                <a:cs typeface="Arial"/>
              </a:defRPr>
            </a:pPr>
            <a:r>
              <a:rPr sz="1275" b="1">
                <a:solidFill>
                  <a:srgbClr val="0B1F33"/>
                </a:solidFill>
                <a:latin typeface="Arial"/>
                <a:ea typeface="Arial"/>
                <a:cs typeface="Arial"/>
              </a:rPr>
              <a:t>Tối ưu chính</a:t>
            </a:r>
          </a:p>
        </p:txBody>
      </p:sp>
      <p:sp>
        <p:nvSpPr>
          <p:cNvPr id="32" name="">
            <a:extLst xmlns:a="http://schemas.openxmlformats.org/drawingml/2006/main">
              <a:ext uri="{FF2B5EF4-FFF2-40B4-BE49-F238E27FC236}">
                <a16:creationId xmlns:a16="http://schemas.microsoft.com/office/drawing/2014/main" id="{59B287A5-3CB0-44B4-9A0C-DBC543A29C13}"/>
              </a:ext>
            </a:extLst>
          </p:cNvPr>
          <p:cNvSpPr>
            <a:spLocks xmlns:a="http://schemas.openxmlformats.org/drawingml/2006/main" noGrp="1"/>
          </p:cNvSpPr>
          <p:nvPr/>
        </p:nvSpPr>
        <p:spPr>
          <a:xfrm xmlns:a="http://schemas.openxmlformats.org/drawingml/2006/main">
            <a:off x="3143250" y="3390900"/>
            <a:ext cx="31146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33" name="">
            <a:extLst xmlns:a="http://schemas.openxmlformats.org/drawingml/2006/main">
              <a:ext uri="{FF2B5EF4-FFF2-40B4-BE49-F238E27FC236}">
                <a16:creationId xmlns:a16="http://schemas.microsoft.com/office/drawing/2014/main" id="{1C6B144D-83F1-4A1F-91CA-48B68C81459D}"/>
              </a:ext>
            </a:extLst>
          </p:cNvPr>
          <p:cNvSpPr>
            <a:spLocks xmlns:a="http://schemas.openxmlformats.org/drawingml/2006/main" noGrp="1"/>
          </p:cNvSpPr>
          <p:nvPr/>
        </p:nvSpPr>
        <p:spPr>
          <a:xfrm xmlns:a="http://schemas.openxmlformats.org/drawingml/2006/main">
            <a:off x="3257550" y="3457575"/>
            <a:ext cx="2886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Không tối ưu</a:t>
            </a:r>
          </a:p>
        </p:txBody>
      </p:sp>
      <p:sp>
        <p:nvSpPr>
          <p:cNvPr id="34" name="">
            <a:extLst xmlns:a="http://schemas.openxmlformats.org/drawingml/2006/main">
              <a:ext uri="{FF2B5EF4-FFF2-40B4-BE49-F238E27FC236}">
                <a16:creationId xmlns:a16="http://schemas.microsoft.com/office/drawing/2014/main" id="{2DD1A025-848D-4869-8404-9718305B965E}"/>
              </a:ext>
            </a:extLst>
          </p:cNvPr>
          <p:cNvSpPr>
            <a:spLocks xmlns:a="http://schemas.openxmlformats.org/drawingml/2006/main" noGrp="1"/>
          </p:cNvSpPr>
          <p:nvPr/>
        </p:nvSpPr>
        <p:spPr>
          <a:xfrm xmlns:a="http://schemas.openxmlformats.org/drawingml/2006/main">
            <a:off x="6257925" y="3390900"/>
            <a:ext cx="31146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35" name="">
            <a:extLst xmlns:a="http://schemas.openxmlformats.org/drawingml/2006/main">
              <a:ext uri="{FF2B5EF4-FFF2-40B4-BE49-F238E27FC236}">
                <a16:creationId xmlns:a16="http://schemas.microsoft.com/office/drawing/2014/main" id="{51DAE5AE-1A67-475A-928F-11F9A52134A5}"/>
              </a:ext>
            </a:extLst>
          </p:cNvPr>
          <p:cNvSpPr>
            <a:spLocks xmlns:a="http://schemas.openxmlformats.org/drawingml/2006/main" noGrp="1"/>
          </p:cNvSpPr>
          <p:nvPr/>
        </p:nvSpPr>
        <p:spPr>
          <a:xfrm xmlns:a="http://schemas.openxmlformats.org/drawingml/2006/main">
            <a:off x="6372225" y="3457575"/>
            <a:ext cx="2886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Giảm phép tính</a:t>
            </a:r>
          </a:p>
        </p:txBody>
      </p:sp>
      <p:sp>
        <p:nvSpPr>
          <p:cNvPr id="36" name="">
            <a:extLst xmlns:a="http://schemas.openxmlformats.org/drawingml/2006/main">
              <a:ext uri="{FF2B5EF4-FFF2-40B4-BE49-F238E27FC236}">
                <a16:creationId xmlns:a16="http://schemas.microsoft.com/office/drawing/2014/main" id="{DE09F3EB-B6AB-42D9-9BD5-CE29564D6247}"/>
              </a:ext>
            </a:extLst>
          </p:cNvPr>
          <p:cNvSpPr>
            <a:spLocks xmlns:a="http://schemas.openxmlformats.org/drawingml/2006/main" noGrp="1"/>
          </p:cNvSpPr>
          <p:nvPr/>
        </p:nvSpPr>
        <p:spPr>
          <a:xfrm xmlns:a="http://schemas.openxmlformats.org/drawingml/2006/main">
            <a:off x="9372600" y="3390900"/>
            <a:ext cx="22860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37" name="">
            <a:extLst xmlns:a="http://schemas.openxmlformats.org/drawingml/2006/main">
              <a:ext uri="{FF2B5EF4-FFF2-40B4-BE49-F238E27FC236}">
                <a16:creationId xmlns:a16="http://schemas.microsoft.com/office/drawing/2014/main" id="{21117D0B-F462-4ED4-8BD6-916BD5E75AD6}"/>
              </a:ext>
            </a:extLst>
          </p:cNvPr>
          <p:cNvSpPr>
            <a:spLocks xmlns:a="http://schemas.openxmlformats.org/drawingml/2006/main" noGrp="1"/>
          </p:cNvSpPr>
          <p:nvPr/>
        </p:nvSpPr>
        <p:spPr>
          <a:xfrm xmlns:a="http://schemas.openxmlformats.org/drawingml/2006/main">
            <a:off x="9486900" y="3457575"/>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Giảm I/O</a:t>
            </a:r>
          </a:p>
        </p:txBody>
      </p:sp>
      <p:sp>
        <p:nvSpPr>
          <p:cNvPr id="38" name="">
            <a:extLst xmlns:a="http://schemas.openxmlformats.org/drawingml/2006/main">
              <a:ext uri="{FF2B5EF4-FFF2-40B4-BE49-F238E27FC236}">
                <a16:creationId xmlns:a16="http://schemas.microsoft.com/office/drawing/2014/main" id="{3644D965-4DDA-48B1-A133-F28DD05D8957}"/>
              </a:ext>
            </a:extLst>
          </p:cNvPr>
          <p:cNvSpPr>
            <a:spLocks xmlns:a="http://schemas.openxmlformats.org/drawingml/2006/main" noGrp="1"/>
          </p:cNvSpPr>
          <p:nvPr/>
        </p:nvSpPr>
        <p:spPr>
          <a:xfrm xmlns:a="http://schemas.openxmlformats.org/drawingml/2006/main">
            <a:off x="533400" y="4133850"/>
            <a:ext cx="2609850" cy="742950"/>
          </a:xfrm>
          <a:prstGeom xmlns:a="http://schemas.openxmlformats.org/drawingml/2006/main" prst="rect">
            <a:avLst/>
          </a:prstGeom>
          <a:solidFill xmlns:a="http://schemas.openxmlformats.org/drawingml/2006/main">
            <a:srgbClr val="EEF3F7"/>
          </a:solidFill>
          <a:ln xmlns:a="http://schemas.openxmlformats.org/drawingml/2006/main" w="9525">
            <a:solidFill>
              <a:srgbClr val="D7E1EA"/>
            </a:solidFill>
          </a:ln>
        </p:spPr>
      </p:sp>
      <p:sp>
        <p:nvSpPr>
          <p:cNvPr id="39" name="">
            <a:extLst xmlns:a="http://schemas.openxmlformats.org/drawingml/2006/main">
              <a:ext uri="{FF2B5EF4-FFF2-40B4-BE49-F238E27FC236}">
                <a16:creationId xmlns:a16="http://schemas.microsoft.com/office/drawing/2014/main" id="{7C2274DD-3F11-4EEA-88CD-CB862E732CF5}"/>
              </a:ext>
            </a:extLst>
          </p:cNvPr>
          <p:cNvSpPr>
            <a:spLocks xmlns:a="http://schemas.openxmlformats.org/drawingml/2006/main" noGrp="1"/>
          </p:cNvSpPr>
          <p:nvPr/>
        </p:nvSpPr>
        <p:spPr>
          <a:xfrm xmlns:a="http://schemas.openxmlformats.org/drawingml/2006/main">
            <a:off x="647700" y="420052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0B1F33"/>
                </a:solidFill>
                <a:latin typeface="Arial"/>
                <a:ea typeface="Arial"/>
                <a:cs typeface="Arial"/>
              </a:defRPr>
            </a:pPr>
            <a:r>
              <a:rPr sz="1275" b="1">
                <a:solidFill>
                  <a:srgbClr val="0B1F33"/>
                </a:solidFill>
                <a:latin typeface="Arial"/>
                <a:ea typeface="Arial"/>
                <a:cs typeface="Arial"/>
              </a:rPr>
              <a:t>Đánh đổi</a:t>
            </a:r>
          </a:p>
        </p:txBody>
      </p:sp>
      <p:sp>
        <p:nvSpPr>
          <p:cNvPr id="40" name="">
            <a:extLst xmlns:a="http://schemas.openxmlformats.org/drawingml/2006/main">
              <a:ext uri="{FF2B5EF4-FFF2-40B4-BE49-F238E27FC236}">
                <a16:creationId xmlns:a16="http://schemas.microsoft.com/office/drawing/2014/main" id="{8400DFF1-D403-4BDA-A593-34696C4F73ED}"/>
              </a:ext>
            </a:extLst>
          </p:cNvPr>
          <p:cNvSpPr>
            <a:spLocks xmlns:a="http://schemas.openxmlformats.org/drawingml/2006/main" noGrp="1"/>
          </p:cNvSpPr>
          <p:nvPr/>
        </p:nvSpPr>
        <p:spPr>
          <a:xfrm xmlns:a="http://schemas.openxmlformats.org/drawingml/2006/main">
            <a:off x="3143250" y="4133850"/>
            <a:ext cx="3114675" cy="742950"/>
          </a:xfrm>
          <a:prstGeom xmlns:a="http://schemas.openxmlformats.org/drawingml/2006/main" prst="rect">
            <a:avLst/>
          </a:prstGeom>
          <a:solidFill xmlns:a="http://schemas.openxmlformats.org/drawingml/2006/main">
            <a:srgbClr val="EEF3F7"/>
          </a:solidFill>
          <a:ln xmlns:a="http://schemas.openxmlformats.org/drawingml/2006/main" w="9525">
            <a:solidFill>
              <a:srgbClr val="D7E1EA"/>
            </a:solidFill>
          </a:ln>
        </p:spPr>
      </p:sp>
      <p:sp>
        <p:nvSpPr>
          <p:cNvPr id="41" name="">
            <a:extLst xmlns:a="http://schemas.openxmlformats.org/drawingml/2006/main">
              <a:ext uri="{FF2B5EF4-FFF2-40B4-BE49-F238E27FC236}">
                <a16:creationId xmlns:a16="http://schemas.microsoft.com/office/drawing/2014/main" id="{E24B9D1C-965F-4104-AF83-5CC40608C153}"/>
              </a:ext>
            </a:extLst>
          </p:cNvPr>
          <p:cNvSpPr>
            <a:spLocks xmlns:a="http://schemas.openxmlformats.org/drawingml/2006/main" noGrp="1"/>
          </p:cNvSpPr>
          <p:nvPr/>
        </p:nvSpPr>
        <p:spPr>
          <a:xfrm xmlns:a="http://schemas.openxmlformats.org/drawingml/2006/main">
            <a:off x="3257550" y="4200525"/>
            <a:ext cx="2886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Chi phí tăng nhanh</a:t>
            </a:r>
          </a:p>
        </p:txBody>
      </p:sp>
      <p:sp>
        <p:nvSpPr>
          <p:cNvPr id="42" name="">
            <a:extLst xmlns:a="http://schemas.openxmlformats.org/drawingml/2006/main">
              <a:ext uri="{FF2B5EF4-FFF2-40B4-BE49-F238E27FC236}">
                <a16:creationId xmlns:a16="http://schemas.microsoft.com/office/drawing/2014/main" id="{9F491C80-CB3F-422E-AFBB-C7B35FE868CD}"/>
              </a:ext>
            </a:extLst>
          </p:cNvPr>
          <p:cNvSpPr>
            <a:spLocks xmlns:a="http://schemas.openxmlformats.org/drawingml/2006/main" noGrp="1"/>
          </p:cNvSpPr>
          <p:nvPr/>
        </p:nvSpPr>
        <p:spPr>
          <a:xfrm xmlns:a="http://schemas.openxmlformats.org/drawingml/2006/main">
            <a:off x="6257925" y="4133850"/>
            <a:ext cx="3114675" cy="742950"/>
          </a:xfrm>
          <a:prstGeom xmlns:a="http://schemas.openxmlformats.org/drawingml/2006/main" prst="rect">
            <a:avLst/>
          </a:prstGeom>
          <a:solidFill xmlns:a="http://schemas.openxmlformats.org/drawingml/2006/main">
            <a:srgbClr val="EEF3F7"/>
          </a:solidFill>
          <a:ln xmlns:a="http://schemas.openxmlformats.org/drawingml/2006/main" w="9525">
            <a:solidFill>
              <a:srgbClr val="D7E1EA"/>
            </a:solidFill>
          </a:ln>
        </p:spPr>
      </p:sp>
      <p:sp>
        <p:nvSpPr>
          <p:cNvPr id="43" name="">
            <a:extLst xmlns:a="http://schemas.openxmlformats.org/drawingml/2006/main">
              <a:ext uri="{FF2B5EF4-FFF2-40B4-BE49-F238E27FC236}">
                <a16:creationId xmlns:a16="http://schemas.microsoft.com/office/drawing/2014/main" id="{8842750D-2063-4189-8A84-C3F502579990}"/>
              </a:ext>
            </a:extLst>
          </p:cNvPr>
          <p:cNvSpPr>
            <a:spLocks xmlns:a="http://schemas.openxmlformats.org/drawingml/2006/main" noGrp="1"/>
          </p:cNvSpPr>
          <p:nvPr/>
        </p:nvSpPr>
        <p:spPr>
          <a:xfrm xmlns:a="http://schemas.openxmlformats.org/drawingml/2006/main">
            <a:off x="6372225" y="4200525"/>
            <a:ext cx="2886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Kết nối bị giới hạn</a:t>
            </a:r>
          </a:p>
        </p:txBody>
      </p:sp>
      <p:sp>
        <p:nvSpPr>
          <p:cNvPr id="44" name="">
            <a:extLst xmlns:a="http://schemas.openxmlformats.org/drawingml/2006/main">
              <a:ext uri="{FF2B5EF4-FFF2-40B4-BE49-F238E27FC236}">
                <a16:creationId xmlns:a16="http://schemas.microsoft.com/office/drawing/2014/main" id="{B77D8BDE-FF6F-4178-AD37-19DC09303C2E}"/>
              </a:ext>
            </a:extLst>
          </p:cNvPr>
          <p:cNvSpPr>
            <a:spLocks xmlns:a="http://schemas.openxmlformats.org/drawingml/2006/main" noGrp="1"/>
          </p:cNvSpPr>
          <p:nvPr/>
        </p:nvSpPr>
        <p:spPr>
          <a:xfrm xmlns:a="http://schemas.openxmlformats.org/drawingml/2006/main">
            <a:off x="9372600" y="4133850"/>
            <a:ext cx="2286000" cy="742950"/>
          </a:xfrm>
          <a:prstGeom xmlns:a="http://schemas.openxmlformats.org/drawingml/2006/main" prst="rect">
            <a:avLst/>
          </a:prstGeom>
          <a:solidFill xmlns:a="http://schemas.openxmlformats.org/drawingml/2006/main">
            <a:srgbClr val="EEF3F7"/>
          </a:solidFill>
          <a:ln xmlns:a="http://schemas.openxmlformats.org/drawingml/2006/main" w="9525">
            <a:solidFill>
              <a:srgbClr val="D7E1EA"/>
            </a:solidFill>
          </a:ln>
        </p:spPr>
      </p:sp>
      <p:sp>
        <p:nvSpPr>
          <p:cNvPr id="45" name="">
            <a:extLst xmlns:a="http://schemas.openxmlformats.org/drawingml/2006/main">
              <a:ext uri="{FF2B5EF4-FFF2-40B4-BE49-F238E27FC236}">
                <a16:creationId xmlns:a16="http://schemas.microsoft.com/office/drawing/2014/main" id="{D3CBFB3C-4C78-4FE5-92E2-C8CEB767D4CE}"/>
              </a:ext>
            </a:extLst>
          </p:cNvPr>
          <p:cNvSpPr>
            <a:spLocks xmlns:a="http://schemas.openxmlformats.org/drawingml/2006/main" noGrp="1"/>
          </p:cNvSpPr>
          <p:nvPr/>
        </p:nvSpPr>
        <p:spPr>
          <a:xfrm xmlns:a="http://schemas.openxmlformats.org/drawingml/2006/main">
            <a:off x="9486900" y="4200525"/>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Phụ thuộc kernel và GPU</a:t>
            </a:r>
          </a:p>
        </p:txBody>
      </p:sp>
      <p:sp>
        <p:nvSpPr>
          <p:cNvPr id="46" name="">
            <a:extLst xmlns:a="http://schemas.openxmlformats.org/drawingml/2006/main">
              <a:ext uri="{FF2B5EF4-FFF2-40B4-BE49-F238E27FC236}">
                <a16:creationId xmlns:a16="http://schemas.microsoft.com/office/drawing/2014/main" id="{E9E32870-4D94-4FC0-9C40-1E48FD1193B3}"/>
              </a:ext>
            </a:extLst>
          </p:cNvPr>
          <p:cNvSpPr>
            <a:spLocks xmlns:a="http://schemas.openxmlformats.org/drawingml/2006/main" noGrp="1"/>
          </p:cNvSpPr>
          <p:nvPr/>
        </p:nvSpPr>
        <p:spPr>
          <a:xfrm xmlns:a="http://schemas.openxmlformats.org/drawingml/2006/main">
            <a:off x="533400" y="4876800"/>
            <a:ext cx="26098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47" name="">
            <a:extLst xmlns:a="http://schemas.openxmlformats.org/drawingml/2006/main">
              <a:ext uri="{FF2B5EF4-FFF2-40B4-BE49-F238E27FC236}">
                <a16:creationId xmlns:a16="http://schemas.microsoft.com/office/drawing/2014/main" id="{25968A40-7A77-45C2-B680-249B11CBE4E3}"/>
              </a:ext>
            </a:extLst>
          </p:cNvPr>
          <p:cNvSpPr>
            <a:spLocks xmlns:a="http://schemas.openxmlformats.org/drawingml/2006/main" noGrp="1"/>
          </p:cNvSpPr>
          <p:nvPr/>
        </p:nvSpPr>
        <p:spPr>
          <a:xfrm xmlns:a="http://schemas.openxmlformats.org/drawingml/2006/main">
            <a:off x="647700" y="494347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0B1F33"/>
                </a:solidFill>
                <a:latin typeface="Arial"/>
                <a:ea typeface="Arial"/>
                <a:cs typeface="Arial"/>
              </a:defRPr>
            </a:pPr>
            <a:r>
              <a:rPr sz="1275" b="1">
                <a:solidFill>
                  <a:srgbClr val="0B1F33"/>
                </a:solidFill>
                <a:latin typeface="Arial"/>
                <a:ea typeface="Arial"/>
                <a:cs typeface="Arial"/>
              </a:rPr>
              <a:t>Khi nên dùng</a:t>
            </a:r>
          </a:p>
        </p:txBody>
      </p:sp>
      <p:sp>
        <p:nvSpPr>
          <p:cNvPr id="48" name="">
            <a:extLst xmlns:a="http://schemas.openxmlformats.org/drawingml/2006/main">
              <a:ext uri="{FF2B5EF4-FFF2-40B4-BE49-F238E27FC236}">
                <a16:creationId xmlns:a16="http://schemas.microsoft.com/office/drawing/2014/main" id="{8F40E31B-7030-43D7-85B7-CD916F60E15D}"/>
              </a:ext>
            </a:extLst>
          </p:cNvPr>
          <p:cNvSpPr>
            <a:spLocks xmlns:a="http://schemas.openxmlformats.org/drawingml/2006/main" noGrp="1"/>
          </p:cNvSpPr>
          <p:nvPr/>
        </p:nvSpPr>
        <p:spPr>
          <a:xfrm xmlns:a="http://schemas.openxmlformats.org/drawingml/2006/main">
            <a:off x="3143250" y="4876800"/>
            <a:ext cx="31146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49" name="">
            <a:extLst xmlns:a="http://schemas.openxmlformats.org/drawingml/2006/main">
              <a:ext uri="{FF2B5EF4-FFF2-40B4-BE49-F238E27FC236}">
                <a16:creationId xmlns:a16="http://schemas.microsoft.com/office/drawing/2014/main" id="{70F8CB5C-75D8-4ADB-BEEC-A846E5ED49EB}"/>
              </a:ext>
            </a:extLst>
          </p:cNvPr>
          <p:cNvSpPr>
            <a:spLocks xmlns:a="http://schemas.openxmlformats.org/drawingml/2006/main" noGrp="1"/>
          </p:cNvSpPr>
          <p:nvPr/>
        </p:nvSpPr>
        <p:spPr>
          <a:xfrm xmlns:a="http://schemas.openxmlformats.org/drawingml/2006/main">
            <a:off x="3257550" y="4943475"/>
            <a:ext cx="2886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Chuỗi vừa hoặc ngắn</a:t>
            </a:r>
          </a:p>
        </p:txBody>
      </p:sp>
      <p:sp>
        <p:nvSpPr>
          <p:cNvPr id="50" name="">
            <a:extLst xmlns:a="http://schemas.openxmlformats.org/drawingml/2006/main">
              <a:ext uri="{FF2B5EF4-FFF2-40B4-BE49-F238E27FC236}">
                <a16:creationId xmlns:a16="http://schemas.microsoft.com/office/drawing/2014/main" id="{39B034E8-1AF0-4CBE-9DB8-D459DC1025F3}"/>
              </a:ext>
            </a:extLst>
          </p:cNvPr>
          <p:cNvSpPr>
            <a:spLocks xmlns:a="http://schemas.openxmlformats.org/drawingml/2006/main" noGrp="1"/>
          </p:cNvSpPr>
          <p:nvPr/>
        </p:nvSpPr>
        <p:spPr>
          <a:xfrm xmlns:a="http://schemas.openxmlformats.org/drawingml/2006/main">
            <a:off x="6257925" y="4876800"/>
            <a:ext cx="31146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51" name="">
            <a:extLst xmlns:a="http://schemas.openxmlformats.org/drawingml/2006/main">
              <a:ext uri="{FF2B5EF4-FFF2-40B4-BE49-F238E27FC236}">
                <a16:creationId xmlns:a16="http://schemas.microsoft.com/office/drawing/2014/main" id="{4D176A22-C36B-45F0-BC82-DC0C21A9C096}"/>
              </a:ext>
            </a:extLst>
          </p:cNvPr>
          <p:cNvSpPr>
            <a:spLocks xmlns:a="http://schemas.openxmlformats.org/drawingml/2006/main" noGrp="1"/>
          </p:cNvSpPr>
          <p:nvPr/>
        </p:nvSpPr>
        <p:spPr>
          <a:xfrm xmlns:a="http://schemas.openxmlformats.org/drawingml/2006/main">
            <a:off x="6372225" y="4943475"/>
            <a:ext cx="2886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Tài liệu dài, cấu trúc cục bộ</a:t>
            </a:r>
          </a:p>
        </p:txBody>
      </p:sp>
      <p:sp>
        <p:nvSpPr>
          <p:cNvPr id="52" name="">
            <a:extLst xmlns:a="http://schemas.openxmlformats.org/drawingml/2006/main">
              <a:ext uri="{FF2B5EF4-FFF2-40B4-BE49-F238E27FC236}">
                <a16:creationId xmlns:a16="http://schemas.microsoft.com/office/drawing/2014/main" id="{B64C3B62-19E0-43FE-9E79-17D8BF0E9EFF}"/>
              </a:ext>
            </a:extLst>
          </p:cNvPr>
          <p:cNvSpPr>
            <a:spLocks xmlns:a="http://schemas.openxmlformats.org/drawingml/2006/main" noGrp="1"/>
          </p:cNvSpPr>
          <p:nvPr/>
        </p:nvSpPr>
        <p:spPr>
          <a:xfrm xmlns:a="http://schemas.openxmlformats.org/drawingml/2006/main">
            <a:off x="9372600" y="4876800"/>
            <a:ext cx="22860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A"/>
            </a:solidFill>
          </a:ln>
        </p:spPr>
      </p:sp>
      <p:sp>
        <p:nvSpPr>
          <p:cNvPr id="53" name="">
            <a:extLst xmlns:a="http://schemas.openxmlformats.org/drawingml/2006/main">
              <a:ext uri="{FF2B5EF4-FFF2-40B4-BE49-F238E27FC236}">
                <a16:creationId xmlns:a16="http://schemas.microsoft.com/office/drawing/2014/main" id="{AD8DAD4E-16FD-4B29-822C-6215385BD4F2}"/>
              </a:ext>
            </a:extLst>
          </p:cNvPr>
          <p:cNvSpPr>
            <a:spLocks xmlns:a="http://schemas.openxmlformats.org/drawingml/2006/main" noGrp="1"/>
          </p:cNvSpPr>
          <p:nvPr/>
        </p:nvSpPr>
        <p:spPr>
          <a:xfrm xmlns:a="http://schemas.openxmlformats.org/drawingml/2006/main">
            <a:off x="9486900" y="4943475"/>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Cần full Attention hiệu quả</a:t>
            </a:r>
          </a:p>
        </p:txBody>
      </p:sp>
      <p:sp>
        <p:nvSpPr>
          <p:cNvPr id="54" name="">
            <a:extLst xmlns:a="http://schemas.openxmlformats.org/drawingml/2006/main">
              <a:ext uri="{FF2B5EF4-FFF2-40B4-BE49-F238E27FC236}">
                <a16:creationId xmlns:a16="http://schemas.microsoft.com/office/drawing/2014/main" id="{6517D2F0-ECBA-4F7B-A029-6186F2A2D6BA}"/>
              </a:ext>
            </a:extLst>
          </p:cNvPr>
          <p:cNvSpPr>
            <a:spLocks xmlns:a="http://schemas.openxmlformats.org/drawingml/2006/main" noGrp="1"/>
          </p:cNvSpPr>
          <p:nvPr/>
        </p:nvSpPr>
        <p:spPr>
          <a:xfrm xmlns:a="http://schemas.openxmlformats.org/drawingml/2006/main">
            <a:off x="1714500" y="5857875"/>
            <a:ext cx="8763000" cy="381000"/>
          </a:xfrm>
          <a:prstGeom xmlns:a="http://schemas.openxmlformats.org/drawingml/2006/main" prst="roundRect">
            <a:avLst>
              <a:gd name="adj" fmla="val 20000"/>
            </a:avLst>
          </a:prstGeom>
          <a:solidFill xmlns:a="http://schemas.openxmlformats.org/drawingml/2006/main">
            <a:srgbClr val="0B1F33"/>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0CD41B09-A8A3-43B5-A5A6-BF3217FC3407}"/>
              </a:ext>
            </a:extLst>
          </p:cNvPr>
          <p:cNvSpPr>
            <a:spLocks xmlns:a="http://schemas.openxmlformats.org/drawingml/2006/main" noGrp="1"/>
          </p:cNvSpPr>
          <p:nvPr/>
        </p:nvSpPr>
        <p:spPr>
          <a:xfrm xmlns:a="http://schemas.openxmlformats.org/drawingml/2006/main">
            <a:off x="1905000" y="588645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Có thể kết hợp hai ý tưởng nếu kernel hỗ trợ đúng mẫu Attention thưa</a:t>
            </a:r>
          </a:p>
        </p:txBody>
      </p:sp>
    </p:spTree>
    <p:extLst>
      <p:ext uri="{BB962C8B-B14F-4D97-AF65-F5344CB8AC3E}">
        <p14:creationId xmlns:p14="http://schemas.microsoft.com/office/powerpoint/2010/main" val="580467866"/>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FFFC9D7-9975-4CD3-A554-AB05955497E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9E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0034EC-0936-4473-8C14-3C671A891A0B}"/>
              </a:ext>
            </a:extLst>
          </p:cNvPr>
          <p:cNvSpPr>
            <a:spLocks xmlns:a="http://schemas.openxmlformats.org/drawingml/2006/main" noGrp="1"/>
          </p:cNvSpPr>
          <p:nvPr/>
        </p:nvSpPr>
        <p:spPr>
          <a:xfrm xmlns:a="http://schemas.openxmlformats.org/drawingml/2006/main">
            <a:off x="533400" y="2571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B9E9A"/>
                </a:solidFill>
                <a:latin typeface="Arial"/>
                <a:ea typeface="Arial"/>
                <a:cs typeface="Arial"/>
              </a:defRPr>
            </a:pPr>
            <a:r>
              <a:rPr sz="900" b="1">
                <a:solidFill>
                  <a:srgbClr val="0B9E9A"/>
                </a:solidFill>
                <a:latin typeface="Arial"/>
                <a:ea typeface="Arial"/>
                <a:cs typeface="Arial"/>
              </a:rPr>
              <a:t>TRANSFORMER · LONG CONTEXT</a:t>
            </a:r>
          </a:p>
        </p:txBody>
      </p:sp>
      <p:sp>
        <p:nvSpPr>
          <p:cNvPr id="3" name="">
            <a:extLst xmlns:a="http://schemas.openxmlformats.org/drawingml/2006/main">
              <a:ext uri="{FF2B5EF4-FFF2-40B4-BE49-F238E27FC236}">
                <a16:creationId xmlns:a16="http://schemas.microsoft.com/office/drawing/2014/main" id="{0D5AEEE8-E10F-4512-9E54-EC39D7496412}"/>
              </a:ext>
            </a:extLst>
          </p:cNvPr>
          <p:cNvSpPr>
            <a:spLocks xmlns:a="http://schemas.openxmlformats.org/drawingml/2006/main" noGrp="1"/>
          </p:cNvSpPr>
          <p:nvPr/>
        </p:nvSpPr>
        <p:spPr>
          <a:xfrm xmlns:a="http://schemas.openxmlformats.org/drawingml/2006/main">
            <a:off x="533400" y="5429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0B1F33"/>
                </a:solidFill>
                <a:latin typeface="Arial"/>
                <a:ea typeface="Arial"/>
                <a:cs typeface="Arial"/>
              </a:defRPr>
            </a:pPr>
            <a:r>
              <a:rPr sz="2325" b="1">
                <a:solidFill>
                  <a:srgbClr val="0B1F33"/>
                </a:solidFill>
                <a:latin typeface="Arial"/>
                <a:ea typeface="Arial"/>
                <a:cs typeface="Arial"/>
              </a:rPr>
              <a:t>Chọn giải pháp theo nút thắt của bài toán</a:t>
            </a:r>
          </a:p>
        </p:txBody>
      </p:sp>
      <p:sp>
        <p:nvSpPr>
          <p:cNvPr id="4" name="">
            <a:extLst xmlns:a="http://schemas.openxmlformats.org/drawingml/2006/main">
              <a:ext uri="{FF2B5EF4-FFF2-40B4-BE49-F238E27FC236}">
                <a16:creationId xmlns:a16="http://schemas.microsoft.com/office/drawing/2014/main" id="{BA7460A9-CC48-48F3-9AAD-E0B62503637A}"/>
              </a:ext>
            </a:extLst>
          </p:cNvPr>
          <p:cNvSpPr>
            <a:spLocks xmlns:a="http://schemas.openxmlformats.org/drawingml/2006/main" noGrp="1"/>
          </p:cNvSpPr>
          <p:nvPr/>
        </p:nvSpPr>
        <p:spPr>
          <a:xfrm xmlns:a="http://schemas.openxmlformats.org/drawingml/2006/main">
            <a:off x="533400" y="6467475"/>
            <a:ext cx="11125200" cy="19050"/>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CA830E-82F9-407B-AFEE-94C62A9B7C6C}"/>
              </a:ext>
            </a:extLst>
          </p:cNvPr>
          <p:cNvSpPr>
            <a:spLocks xmlns:a="http://schemas.openxmlformats.org/drawingml/2006/main" noGrp="1"/>
          </p:cNvSpPr>
          <p:nvPr/>
        </p:nvSpPr>
        <p:spPr>
          <a:xfrm xmlns:a="http://schemas.openxmlformats.org/drawingml/2006/main">
            <a:off x="10810875" y="6515100"/>
            <a:ext cx="8477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F7184"/>
                </a:solidFill>
                <a:latin typeface="Arial"/>
                <a:ea typeface="Arial"/>
                <a:cs typeface="Arial"/>
              </a:defRPr>
            </a:pPr>
            <a:r>
              <a:rPr sz="750" b="0">
                <a:solidFill>
                  <a:srgbClr val="5F7184"/>
                </a:solidFill>
                <a:latin typeface="Arial"/>
                <a:ea typeface="Arial"/>
                <a:cs typeface="Arial"/>
              </a:rPr>
              <a:t>09 / 09</a:t>
            </a:r>
          </a:p>
        </p:txBody>
      </p:sp>
      <p:sp>
        <p:nvSpPr>
          <p:cNvPr id="6" name="">
            <a:extLst xmlns:a="http://schemas.openxmlformats.org/drawingml/2006/main">
              <a:ext uri="{FF2B5EF4-FFF2-40B4-BE49-F238E27FC236}">
                <a16:creationId xmlns:a16="http://schemas.microsoft.com/office/drawing/2014/main" id="{085158BE-401D-4975-BCB5-A28C470DE5CC}"/>
              </a:ext>
            </a:extLst>
          </p:cNvPr>
          <p:cNvSpPr>
            <a:spLocks xmlns:a="http://schemas.openxmlformats.org/drawingml/2006/main" noGrp="1"/>
          </p:cNvSpPr>
          <p:nvPr/>
        </p:nvSpPr>
        <p:spPr>
          <a:xfrm xmlns:a="http://schemas.openxmlformats.org/drawingml/2006/main">
            <a:off x="1562100" y="1323975"/>
            <a:ext cx="9067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1">
                <a:solidFill>
                  <a:srgbClr val="0B1F33"/>
                </a:solidFill>
                <a:latin typeface="Arial"/>
                <a:ea typeface="Arial"/>
                <a:cs typeface="Arial"/>
              </a:defRPr>
            </a:pPr>
            <a:r>
              <a:rPr sz="2175" b="1">
                <a:solidFill>
                  <a:srgbClr val="0B1F33"/>
                </a:solidFill>
                <a:latin typeface="Arial"/>
                <a:ea typeface="Arial"/>
                <a:cs typeface="Arial"/>
              </a:rPr>
              <a:t>Bạn có cần mọi token tương tác trực tiếp trong mỗi lớp?</a:t>
            </a:r>
          </a:p>
        </p:txBody>
      </p:sp>
      <p:sp>
        <p:nvSpPr>
          <p:cNvPr id="7" name="">
            <a:extLst xmlns:a="http://schemas.openxmlformats.org/drawingml/2006/main">
              <a:ext uri="{FF2B5EF4-FFF2-40B4-BE49-F238E27FC236}">
                <a16:creationId xmlns:a16="http://schemas.microsoft.com/office/drawing/2014/main" id="{1CA5708A-50C8-4C78-8C7F-61A668A73839}"/>
              </a:ext>
            </a:extLst>
          </p:cNvPr>
          <p:cNvSpPr>
            <a:spLocks xmlns:a="http://schemas.openxmlformats.org/drawingml/2006/main" noGrp="1"/>
          </p:cNvSpPr>
          <p:nvPr/>
        </p:nvSpPr>
        <p:spPr>
          <a:xfrm xmlns:a="http://schemas.openxmlformats.org/drawingml/2006/main">
            <a:off x="6086475" y="1857375"/>
            <a:ext cx="28575" cy="590550"/>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B06C117-2842-4C39-9739-116A98FE053E}"/>
              </a:ext>
            </a:extLst>
          </p:cNvPr>
          <p:cNvSpPr>
            <a:spLocks xmlns:a="http://schemas.openxmlformats.org/drawingml/2006/main" noGrp="1"/>
          </p:cNvSpPr>
          <p:nvPr/>
        </p:nvSpPr>
        <p:spPr>
          <a:xfrm xmlns:a="http://schemas.openxmlformats.org/drawingml/2006/main">
            <a:off x="3105150" y="2428875"/>
            <a:ext cx="6000750" cy="28575"/>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90A2B97-F591-4D8B-AE02-1CFFC4C76145}"/>
              </a:ext>
            </a:extLst>
          </p:cNvPr>
          <p:cNvSpPr>
            <a:spLocks xmlns:a="http://schemas.openxmlformats.org/drawingml/2006/main" noGrp="1"/>
          </p:cNvSpPr>
          <p:nvPr/>
        </p:nvSpPr>
        <p:spPr>
          <a:xfrm xmlns:a="http://schemas.openxmlformats.org/drawingml/2006/main">
            <a:off x="3105150" y="2428875"/>
            <a:ext cx="28575" cy="504825"/>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0CB4F43-2F20-40C1-8335-FC57272D0A33}"/>
              </a:ext>
            </a:extLst>
          </p:cNvPr>
          <p:cNvSpPr>
            <a:spLocks xmlns:a="http://schemas.openxmlformats.org/drawingml/2006/main" noGrp="1"/>
          </p:cNvSpPr>
          <p:nvPr/>
        </p:nvSpPr>
        <p:spPr>
          <a:xfrm xmlns:a="http://schemas.openxmlformats.org/drawingml/2006/main">
            <a:off x="9105900" y="2428875"/>
            <a:ext cx="28575" cy="504825"/>
          </a:xfrm>
          <a:prstGeom xmlns:a="http://schemas.openxmlformats.org/drawingml/2006/main" prst="rect">
            <a:avLst/>
          </a:prstGeom>
          <a:solidFill xmlns:a="http://schemas.openxmlformats.org/drawingml/2006/main">
            <a:srgbClr val="D7E1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89AAB2B-482E-4AE2-9EEC-7E28F42BDEF7}"/>
              </a:ext>
            </a:extLst>
          </p:cNvPr>
          <p:cNvSpPr>
            <a:spLocks xmlns:a="http://schemas.openxmlformats.org/drawingml/2006/main" noGrp="1"/>
          </p:cNvSpPr>
          <p:nvPr/>
        </p:nvSpPr>
        <p:spPr>
          <a:xfrm xmlns:a="http://schemas.openxmlformats.org/drawingml/2006/main">
            <a:off x="2514600" y="2886075"/>
            <a:ext cx="1181100" cy="323850"/>
          </a:xfrm>
          <a:prstGeom xmlns:a="http://schemas.openxmlformats.org/drawingml/2006/main" prst="roundRect">
            <a:avLst>
              <a:gd name="adj" fmla="val 23529"/>
            </a:avLst>
          </a:prstGeom>
          <a:solidFill xmlns:a="http://schemas.openxmlformats.org/drawingml/2006/main">
            <a:srgbClr val="0B9E9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6497B15-AF7B-4919-BF97-8F8594840BA3}"/>
              </a:ext>
            </a:extLst>
          </p:cNvPr>
          <p:cNvSpPr>
            <a:spLocks xmlns:a="http://schemas.openxmlformats.org/drawingml/2006/main" noGrp="1"/>
          </p:cNvSpPr>
          <p:nvPr/>
        </p:nvSpPr>
        <p:spPr>
          <a:xfrm xmlns:a="http://schemas.openxmlformats.org/drawingml/2006/main">
            <a:off x="2590800" y="2886075"/>
            <a:ext cx="1028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FFFFFF"/>
                </a:solidFill>
                <a:latin typeface="Arial"/>
                <a:ea typeface="Arial"/>
                <a:cs typeface="Arial"/>
              </a:defRPr>
            </a:pPr>
            <a:r>
              <a:rPr sz="1050" b="1">
                <a:solidFill>
                  <a:srgbClr val="FFFFFF"/>
                </a:solidFill>
                <a:latin typeface="Arial"/>
                <a:ea typeface="Arial"/>
                <a:cs typeface="Arial"/>
              </a:rPr>
              <a:t>KHÔNG</a:t>
            </a:r>
          </a:p>
        </p:txBody>
      </p:sp>
      <p:sp>
        <p:nvSpPr>
          <p:cNvPr id="13" name="">
            <a:extLst xmlns:a="http://schemas.openxmlformats.org/drawingml/2006/main">
              <a:ext uri="{FF2B5EF4-FFF2-40B4-BE49-F238E27FC236}">
                <a16:creationId xmlns:a16="http://schemas.microsoft.com/office/drawing/2014/main" id="{6B5D5191-A89E-4EA3-B896-0B7C66303C08}"/>
              </a:ext>
            </a:extLst>
          </p:cNvPr>
          <p:cNvSpPr>
            <a:spLocks xmlns:a="http://schemas.openxmlformats.org/drawingml/2006/main" noGrp="1"/>
          </p:cNvSpPr>
          <p:nvPr/>
        </p:nvSpPr>
        <p:spPr>
          <a:xfrm xmlns:a="http://schemas.openxmlformats.org/drawingml/2006/main">
            <a:off x="8543925" y="2886075"/>
            <a:ext cx="1181100" cy="323850"/>
          </a:xfrm>
          <a:prstGeom xmlns:a="http://schemas.openxmlformats.org/drawingml/2006/main" prst="roundRect">
            <a:avLst>
              <a:gd name="adj" fmla="val 23529"/>
            </a:avLst>
          </a:prstGeom>
          <a:solidFill xmlns:a="http://schemas.openxmlformats.org/drawingml/2006/main">
            <a:srgbClr val="F28C2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AB2CEE6-AA9E-469B-BB82-16DE86AEEAD8}"/>
              </a:ext>
            </a:extLst>
          </p:cNvPr>
          <p:cNvSpPr>
            <a:spLocks xmlns:a="http://schemas.openxmlformats.org/drawingml/2006/main" noGrp="1"/>
          </p:cNvSpPr>
          <p:nvPr/>
        </p:nvSpPr>
        <p:spPr>
          <a:xfrm xmlns:a="http://schemas.openxmlformats.org/drawingml/2006/main">
            <a:off x="8620125" y="2886075"/>
            <a:ext cx="1028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FFFFFF"/>
                </a:solidFill>
                <a:latin typeface="Arial"/>
                <a:ea typeface="Arial"/>
                <a:cs typeface="Arial"/>
              </a:defRPr>
            </a:pPr>
            <a:r>
              <a:rPr sz="1050" b="1">
                <a:solidFill>
                  <a:srgbClr val="FFFFFF"/>
                </a:solidFill>
                <a:latin typeface="Arial"/>
                <a:ea typeface="Arial"/>
                <a:cs typeface="Arial"/>
              </a:rPr>
              <a:t>CÓ</a:t>
            </a:r>
          </a:p>
        </p:txBody>
      </p:sp>
      <p:sp>
        <p:nvSpPr>
          <p:cNvPr id="15" name="">
            <a:extLst xmlns:a="http://schemas.openxmlformats.org/drawingml/2006/main">
              <a:ext uri="{FF2B5EF4-FFF2-40B4-BE49-F238E27FC236}">
                <a16:creationId xmlns:a16="http://schemas.microsoft.com/office/drawing/2014/main" id="{4E7273E7-1B88-4ABD-9835-0651B7B9ED46}"/>
              </a:ext>
            </a:extLst>
          </p:cNvPr>
          <p:cNvSpPr>
            <a:spLocks xmlns:a="http://schemas.openxmlformats.org/drawingml/2006/main" noGrp="1"/>
          </p:cNvSpPr>
          <p:nvPr/>
        </p:nvSpPr>
        <p:spPr>
          <a:xfrm xmlns:a="http://schemas.openxmlformats.org/drawingml/2006/main">
            <a:off x="962025" y="3476625"/>
            <a:ext cx="4524375" cy="1695450"/>
          </a:xfrm>
          <a:prstGeom xmlns:a="http://schemas.openxmlformats.org/drawingml/2006/main" prst="roundRect">
            <a:avLst>
              <a:gd name="adj" fmla="val 4494"/>
            </a:avLst>
          </a:prstGeom>
          <a:solidFill xmlns:a="http://schemas.openxmlformats.org/drawingml/2006/main">
            <a:srgbClr val="DDF5F2"/>
          </a:solidFill>
          <a:ln xmlns:a="http://schemas.openxmlformats.org/drawingml/2006/main" w="19050">
            <a:solidFill>
              <a:srgbClr val="0B9E9A"/>
            </a:solidFill>
          </a:ln>
        </p:spPr>
      </p:sp>
      <p:sp>
        <p:nvSpPr>
          <p:cNvPr id="16" name="">
            <a:extLst xmlns:a="http://schemas.openxmlformats.org/drawingml/2006/main">
              <a:ext uri="{FF2B5EF4-FFF2-40B4-BE49-F238E27FC236}">
                <a16:creationId xmlns:a16="http://schemas.microsoft.com/office/drawing/2014/main" id="{FE538685-C3C1-422B-AFC5-8E4EA0433C02}"/>
              </a:ext>
            </a:extLst>
          </p:cNvPr>
          <p:cNvSpPr>
            <a:spLocks xmlns:a="http://schemas.openxmlformats.org/drawingml/2006/main" noGrp="1"/>
          </p:cNvSpPr>
          <p:nvPr/>
        </p:nvSpPr>
        <p:spPr>
          <a:xfrm xmlns:a="http://schemas.openxmlformats.org/drawingml/2006/main">
            <a:off x="1209675" y="3705225"/>
            <a:ext cx="4029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94"/>
          </a:bodyPr>
          <a:lstStyle xmlns:a="http://schemas.openxmlformats.org/drawingml/2006/main"/>
          <a:p xmlns:a="http://schemas.openxmlformats.org/drawingml/2006/main">
            <a:pPr>
              <a:defRPr sz="1800" b="1">
                <a:solidFill>
                  <a:srgbClr val="0B9E9A"/>
                </a:solidFill>
                <a:latin typeface="Arial"/>
                <a:ea typeface="Arial"/>
                <a:cs typeface="Arial"/>
              </a:defRPr>
            </a:pPr>
            <a:r>
              <a:rPr sz="1800" b="1">
                <a:solidFill>
                  <a:srgbClr val="0B9E9A"/>
                </a:solidFill>
                <a:latin typeface="Arial"/>
                <a:ea typeface="Arial"/>
                <a:cs typeface="Arial"/>
              </a:rPr>
              <a:t>LONGFORMER</a:t>
            </a:r>
          </a:p>
        </p:txBody>
      </p:sp>
      <p:sp>
        <p:nvSpPr>
          <p:cNvPr id="17" name="">
            <a:extLst xmlns:a="http://schemas.openxmlformats.org/drawingml/2006/main">
              <a:ext uri="{FF2B5EF4-FFF2-40B4-BE49-F238E27FC236}">
                <a16:creationId xmlns:a16="http://schemas.microsoft.com/office/drawing/2014/main" id="{B5DA8323-8231-4311-BD97-68E7CA1463C0}"/>
              </a:ext>
            </a:extLst>
          </p:cNvPr>
          <p:cNvSpPr>
            <a:spLocks xmlns:a="http://schemas.openxmlformats.org/drawingml/2006/main" noGrp="1"/>
          </p:cNvSpPr>
          <p:nvPr/>
        </p:nvSpPr>
        <p:spPr>
          <a:xfrm xmlns:a="http://schemas.openxmlformats.org/drawingml/2006/main">
            <a:off x="1304925" y="4133850"/>
            <a:ext cx="38385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Tận dụng local + global attention</a:t>
            </a:r>
          </a:p>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để giảm số kết nối</a:t>
            </a:r>
          </a:p>
        </p:txBody>
      </p:sp>
      <p:sp>
        <p:nvSpPr>
          <p:cNvPr id="18" name="">
            <a:extLst xmlns:a="http://schemas.openxmlformats.org/drawingml/2006/main">
              <a:ext uri="{FF2B5EF4-FFF2-40B4-BE49-F238E27FC236}">
                <a16:creationId xmlns:a16="http://schemas.microsoft.com/office/drawing/2014/main" id="{5790FD1A-7053-4D1B-AE1E-68891652C1D4}"/>
              </a:ext>
            </a:extLst>
          </p:cNvPr>
          <p:cNvSpPr>
            <a:spLocks xmlns:a="http://schemas.openxmlformats.org/drawingml/2006/main" noGrp="1"/>
          </p:cNvSpPr>
          <p:nvPr/>
        </p:nvSpPr>
        <p:spPr>
          <a:xfrm xmlns:a="http://schemas.openxmlformats.org/drawingml/2006/main">
            <a:off x="6705600" y="3476625"/>
            <a:ext cx="4524375" cy="1695450"/>
          </a:xfrm>
          <a:prstGeom xmlns:a="http://schemas.openxmlformats.org/drawingml/2006/main" prst="roundRect">
            <a:avLst>
              <a:gd name="adj" fmla="val 4494"/>
            </a:avLst>
          </a:prstGeom>
          <a:solidFill xmlns:a="http://schemas.openxmlformats.org/drawingml/2006/main">
            <a:srgbClr val="FFF0DF"/>
          </a:solidFill>
          <a:ln xmlns:a="http://schemas.openxmlformats.org/drawingml/2006/main" w="19050">
            <a:solidFill>
              <a:srgbClr val="F28C28"/>
            </a:solidFill>
          </a:ln>
        </p:spPr>
      </p:sp>
      <p:sp>
        <p:nvSpPr>
          <p:cNvPr id="19" name="">
            <a:extLst xmlns:a="http://schemas.openxmlformats.org/drawingml/2006/main">
              <a:ext uri="{FF2B5EF4-FFF2-40B4-BE49-F238E27FC236}">
                <a16:creationId xmlns:a16="http://schemas.microsoft.com/office/drawing/2014/main" id="{E0BC36A1-FBFB-4B12-B7F9-07ACF6A3F765}"/>
              </a:ext>
            </a:extLst>
          </p:cNvPr>
          <p:cNvSpPr>
            <a:spLocks xmlns:a="http://schemas.openxmlformats.org/drawingml/2006/main" noGrp="1"/>
          </p:cNvSpPr>
          <p:nvPr/>
        </p:nvSpPr>
        <p:spPr>
          <a:xfrm xmlns:a="http://schemas.openxmlformats.org/drawingml/2006/main">
            <a:off x="6953250" y="3705225"/>
            <a:ext cx="4029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94"/>
          </a:bodyPr>
          <a:lstStyle xmlns:a="http://schemas.openxmlformats.org/drawingml/2006/main"/>
          <a:p xmlns:a="http://schemas.openxmlformats.org/drawingml/2006/main">
            <a:pPr>
              <a:defRPr sz="1800" b="1">
                <a:solidFill>
                  <a:srgbClr val="F28C28"/>
                </a:solidFill>
                <a:latin typeface="Arial"/>
                <a:ea typeface="Arial"/>
                <a:cs typeface="Arial"/>
              </a:defRPr>
            </a:pPr>
            <a:r>
              <a:rPr sz="1800" b="1">
                <a:solidFill>
                  <a:srgbClr val="F28C28"/>
                </a:solidFill>
                <a:latin typeface="Arial"/>
                <a:ea typeface="Arial"/>
                <a:cs typeface="Arial"/>
              </a:rPr>
              <a:t>FLASHATTENTION</a:t>
            </a:r>
          </a:p>
        </p:txBody>
      </p:sp>
      <p:sp>
        <p:nvSpPr>
          <p:cNvPr id="20" name="">
            <a:extLst xmlns:a="http://schemas.openxmlformats.org/drawingml/2006/main">
              <a:ext uri="{FF2B5EF4-FFF2-40B4-BE49-F238E27FC236}">
                <a16:creationId xmlns:a16="http://schemas.microsoft.com/office/drawing/2014/main" id="{42FD9378-35EA-49FD-ADEB-2C06F548F7AF}"/>
              </a:ext>
            </a:extLst>
          </p:cNvPr>
          <p:cNvSpPr>
            <a:spLocks xmlns:a="http://schemas.openxmlformats.org/drawingml/2006/main" noGrp="1"/>
          </p:cNvSpPr>
          <p:nvPr/>
        </p:nvSpPr>
        <p:spPr>
          <a:xfrm xmlns:a="http://schemas.openxmlformats.org/drawingml/2006/main">
            <a:off x="7048500" y="4133850"/>
            <a:ext cx="38385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Giữ full Attention</a:t>
            </a:r>
          </a:p>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nhưng thực thi hiệu quả hơn</a:t>
            </a:r>
          </a:p>
        </p:txBody>
      </p:sp>
      <p:sp>
        <p:nvSpPr>
          <p:cNvPr id="21" name="">
            <a:extLst xmlns:a="http://schemas.openxmlformats.org/drawingml/2006/main">
              <a:ext uri="{FF2B5EF4-FFF2-40B4-BE49-F238E27FC236}">
                <a16:creationId xmlns:a16="http://schemas.microsoft.com/office/drawing/2014/main" id="{12F091B3-827F-4391-8F2C-0944422E6EF3}"/>
              </a:ext>
            </a:extLst>
          </p:cNvPr>
          <p:cNvSpPr>
            <a:spLocks xmlns:a="http://schemas.openxmlformats.org/drawingml/2006/main" noGrp="1"/>
          </p:cNvSpPr>
          <p:nvPr/>
        </p:nvSpPr>
        <p:spPr>
          <a:xfrm xmlns:a="http://schemas.openxmlformats.org/drawingml/2006/main">
            <a:off x="1524000" y="5562600"/>
            <a:ext cx="9144000" cy="571500"/>
          </a:xfrm>
          <a:prstGeom xmlns:a="http://schemas.openxmlformats.org/drawingml/2006/main" prst="roundRect">
            <a:avLst>
              <a:gd name="adj" fmla="val 13333"/>
            </a:avLst>
          </a:prstGeom>
          <a:solidFill xmlns:a="http://schemas.openxmlformats.org/drawingml/2006/main">
            <a:srgbClr val="0B1F3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0A77D12-2984-410C-92E5-F023FF3945CC}"/>
              </a:ext>
            </a:extLst>
          </p:cNvPr>
          <p:cNvSpPr>
            <a:spLocks xmlns:a="http://schemas.openxmlformats.org/drawingml/2006/main" noGrp="1"/>
          </p:cNvSpPr>
          <p:nvPr/>
        </p:nvSpPr>
        <p:spPr>
          <a:xfrm xmlns:a="http://schemas.openxmlformats.org/drawingml/2006/main">
            <a:off x="1752600" y="5657850"/>
            <a:ext cx="868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26"/>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Longformer thay đổi “tính cặp nào”. FlashAttention thay đổi “tính các cặp đó như thế nào”.</a:t>
            </a:r>
          </a:p>
        </p:txBody>
      </p:sp>
    </p:spTree>
    <p:extLst>
      <p:ext uri="{BB962C8B-B14F-4D97-AF65-F5344CB8AC3E}">
        <p14:creationId xmlns:p14="http://schemas.microsoft.com/office/powerpoint/2010/main" val="17805120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2026-09-21T15:14:50.8580000Z</dcterms:created>
  <dcterms:modified xsi:type="dcterms:W3CDTF">2026-09-21T15:14:50.8580000Z</dcterms:modified>
</coreProperties>
</file>